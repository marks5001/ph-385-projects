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21945600" cy="27432000"/>
  <p:notesSz cx="6858000" cy="9144000"/>
  <p:defaultTextStyle>
    <a:defPPr>
      <a:defRPr lang="en-US"/>
    </a:defPPr>
    <a:lvl1pPr marL="0" algn="l" defTabSz="2370125" rtl="0" eaLnBrk="1" latinLnBrk="0" hangingPunct="1">
      <a:defRPr sz="4666" kern="1200">
        <a:solidFill>
          <a:schemeClr val="tx1"/>
        </a:solidFill>
        <a:latin typeface="+mn-lt"/>
        <a:ea typeface="+mn-ea"/>
        <a:cs typeface="+mn-cs"/>
      </a:defRPr>
    </a:lvl1pPr>
    <a:lvl2pPr marL="1185062" algn="l" defTabSz="2370125" rtl="0" eaLnBrk="1" latinLnBrk="0" hangingPunct="1">
      <a:defRPr sz="4666" kern="1200">
        <a:solidFill>
          <a:schemeClr val="tx1"/>
        </a:solidFill>
        <a:latin typeface="+mn-lt"/>
        <a:ea typeface="+mn-ea"/>
        <a:cs typeface="+mn-cs"/>
      </a:defRPr>
    </a:lvl2pPr>
    <a:lvl3pPr marL="2370125" algn="l" defTabSz="2370125" rtl="0" eaLnBrk="1" latinLnBrk="0" hangingPunct="1">
      <a:defRPr sz="4666" kern="1200">
        <a:solidFill>
          <a:schemeClr val="tx1"/>
        </a:solidFill>
        <a:latin typeface="+mn-lt"/>
        <a:ea typeface="+mn-ea"/>
        <a:cs typeface="+mn-cs"/>
      </a:defRPr>
    </a:lvl3pPr>
    <a:lvl4pPr marL="3555187" algn="l" defTabSz="2370125" rtl="0" eaLnBrk="1" latinLnBrk="0" hangingPunct="1">
      <a:defRPr sz="4666" kern="1200">
        <a:solidFill>
          <a:schemeClr val="tx1"/>
        </a:solidFill>
        <a:latin typeface="+mn-lt"/>
        <a:ea typeface="+mn-ea"/>
        <a:cs typeface="+mn-cs"/>
      </a:defRPr>
    </a:lvl4pPr>
    <a:lvl5pPr marL="4740250" algn="l" defTabSz="2370125" rtl="0" eaLnBrk="1" latinLnBrk="0" hangingPunct="1">
      <a:defRPr sz="4666" kern="1200">
        <a:solidFill>
          <a:schemeClr val="tx1"/>
        </a:solidFill>
        <a:latin typeface="+mn-lt"/>
        <a:ea typeface="+mn-ea"/>
        <a:cs typeface="+mn-cs"/>
      </a:defRPr>
    </a:lvl5pPr>
    <a:lvl6pPr marL="5925312" algn="l" defTabSz="2370125" rtl="0" eaLnBrk="1" latinLnBrk="0" hangingPunct="1">
      <a:defRPr sz="4666" kern="1200">
        <a:solidFill>
          <a:schemeClr val="tx1"/>
        </a:solidFill>
        <a:latin typeface="+mn-lt"/>
        <a:ea typeface="+mn-ea"/>
        <a:cs typeface="+mn-cs"/>
      </a:defRPr>
    </a:lvl6pPr>
    <a:lvl7pPr marL="7110374" algn="l" defTabSz="2370125" rtl="0" eaLnBrk="1" latinLnBrk="0" hangingPunct="1">
      <a:defRPr sz="4666" kern="1200">
        <a:solidFill>
          <a:schemeClr val="tx1"/>
        </a:solidFill>
        <a:latin typeface="+mn-lt"/>
        <a:ea typeface="+mn-ea"/>
        <a:cs typeface="+mn-cs"/>
      </a:defRPr>
    </a:lvl7pPr>
    <a:lvl8pPr marL="8295437" algn="l" defTabSz="2370125" rtl="0" eaLnBrk="1" latinLnBrk="0" hangingPunct="1">
      <a:defRPr sz="4666" kern="1200">
        <a:solidFill>
          <a:schemeClr val="tx1"/>
        </a:solidFill>
        <a:latin typeface="+mn-lt"/>
        <a:ea typeface="+mn-ea"/>
        <a:cs typeface="+mn-cs"/>
      </a:defRPr>
    </a:lvl8pPr>
    <a:lvl9pPr marL="9480499" algn="l" defTabSz="2370125" rtl="0" eaLnBrk="1" latinLnBrk="0" hangingPunct="1">
      <a:defRPr sz="466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0B45F5-B900-482C-B03B-5D4DAE9D2760}" v="13" dt="2026-04-01T20:13:41.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9" autoAdjust="0"/>
    <p:restoredTop sz="94660"/>
  </p:normalViewPr>
  <p:slideViewPr>
    <p:cSldViewPr snapToGrid="0">
      <p:cViewPr>
        <p:scale>
          <a:sx n="41" d="100"/>
          <a:sy n="41" d="100"/>
        </p:scale>
        <p:origin x="180" y="-37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Smith" userId="ec9c1c1e0e20cd5b" providerId="LiveId" clId="{479297F5-A8CA-4DC3-8986-12EFD102F79A}"/>
    <pc:docChg chg="undo redo custSel modSld">
      <pc:chgData name="Mark Smith" userId="ec9c1c1e0e20cd5b" providerId="LiveId" clId="{479297F5-A8CA-4DC3-8986-12EFD102F79A}" dt="2026-04-01T20:28:36.045" v="2234" actId="20577"/>
      <pc:docMkLst>
        <pc:docMk/>
      </pc:docMkLst>
      <pc:sldChg chg="addSp delSp modSp mod">
        <pc:chgData name="Mark Smith" userId="ec9c1c1e0e20cd5b" providerId="LiveId" clId="{479297F5-A8CA-4DC3-8986-12EFD102F79A}" dt="2026-04-01T20:28:36.045" v="2234" actId="20577"/>
        <pc:sldMkLst>
          <pc:docMk/>
          <pc:sldMk cId="0" sldId="256"/>
        </pc:sldMkLst>
        <pc:spChg chg="mod">
          <ac:chgData name="Mark Smith" userId="ec9c1c1e0e20cd5b" providerId="LiveId" clId="{479297F5-A8CA-4DC3-8986-12EFD102F79A}" dt="2026-04-01T20:27:41.362" v="2173" actId="1076"/>
          <ac:spMkLst>
            <pc:docMk/>
            <pc:sldMk cId="0" sldId="256"/>
            <ac:spMk id="2" creationId="{660DB2BA-0825-538A-6863-9E6EE3CAC8FC}"/>
          </ac:spMkLst>
        </pc:spChg>
        <pc:spChg chg="mod">
          <ac:chgData name="Mark Smith" userId="ec9c1c1e0e20cd5b" providerId="LiveId" clId="{479297F5-A8CA-4DC3-8986-12EFD102F79A}" dt="2026-04-01T20:04:52.396" v="2058" actId="20577"/>
          <ac:spMkLst>
            <pc:docMk/>
            <pc:sldMk cId="0" sldId="256"/>
            <ac:spMk id="3" creationId="{1499B155-7F54-7EEB-B915-68C76E5C145B}"/>
          </ac:spMkLst>
        </pc:spChg>
        <pc:spChg chg="mod">
          <ac:chgData name="Mark Smith" userId="ec9c1c1e0e20cd5b" providerId="LiveId" clId="{479297F5-A8CA-4DC3-8986-12EFD102F79A}" dt="2026-04-01T20:01:24.739" v="1576" actId="1076"/>
          <ac:spMkLst>
            <pc:docMk/>
            <pc:sldMk cId="0" sldId="256"/>
            <ac:spMk id="5" creationId="{E12C8687-D648-9632-4ABD-A0C2C42E305B}"/>
          </ac:spMkLst>
        </pc:spChg>
        <pc:spChg chg="mod">
          <ac:chgData name="Mark Smith" userId="ec9c1c1e0e20cd5b" providerId="LiveId" clId="{479297F5-A8CA-4DC3-8986-12EFD102F79A}" dt="2026-04-01T20:13:41.235" v="2081"/>
          <ac:spMkLst>
            <pc:docMk/>
            <pc:sldMk cId="0" sldId="256"/>
            <ac:spMk id="6" creationId="{1EF732DF-778A-9D2E-FA60-14E01E7B49B2}"/>
          </ac:spMkLst>
        </pc:spChg>
        <pc:spChg chg="mod">
          <ac:chgData name="Mark Smith" userId="ec9c1c1e0e20cd5b" providerId="LiveId" clId="{479297F5-A8CA-4DC3-8986-12EFD102F79A}" dt="2026-04-01T19:32:45.159" v="850" actId="20577"/>
          <ac:spMkLst>
            <pc:docMk/>
            <pc:sldMk cId="0" sldId="256"/>
            <ac:spMk id="9" creationId="{4EAF73B7-AC2B-8269-8BEC-9B164E6A248D}"/>
          </ac:spMkLst>
        </pc:spChg>
        <pc:spChg chg="mod">
          <ac:chgData name="Mark Smith" userId="ec9c1c1e0e20cd5b" providerId="LiveId" clId="{479297F5-A8CA-4DC3-8986-12EFD102F79A}" dt="2026-04-01T19:49:07.068" v="1107" actId="20577"/>
          <ac:spMkLst>
            <pc:docMk/>
            <pc:sldMk cId="0" sldId="256"/>
            <ac:spMk id="10" creationId="{B4194979-D452-7395-62BC-B21251F86EC2}"/>
          </ac:spMkLst>
        </pc:spChg>
        <pc:spChg chg="mod">
          <ac:chgData name="Mark Smith" userId="ec9c1c1e0e20cd5b" providerId="LiveId" clId="{479297F5-A8CA-4DC3-8986-12EFD102F79A}" dt="2026-04-01T20:28:36.045" v="2234" actId="20577"/>
          <ac:spMkLst>
            <pc:docMk/>
            <pc:sldMk cId="0" sldId="256"/>
            <ac:spMk id="11" creationId="{9F6993B5-6ED1-E03D-711B-946A2D9EAA41}"/>
          </ac:spMkLst>
        </pc:spChg>
        <pc:spChg chg="add del mod">
          <ac:chgData name="Mark Smith" userId="ec9c1c1e0e20cd5b" providerId="LiveId" clId="{479297F5-A8CA-4DC3-8986-12EFD102F79A}" dt="2026-04-01T20:01:10.471" v="1575" actId="20577"/>
          <ac:spMkLst>
            <pc:docMk/>
            <pc:sldMk cId="0" sldId="256"/>
            <ac:spMk id="23" creationId="{00000000-0000-0000-0000-000000000000}"/>
          </ac:spMkLst>
        </pc:spChg>
        <pc:spChg chg="mod">
          <ac:chgData name="Mark Smith" userId="ec9c1c1e0e20cd5b" providerId="LiveId" clId="{479297F5-A8CA-4DC3-8986-12EFD102F79A}" dt="2026-04-01T20:21:29.599" v="2172" actId="1076"/>
          <ac:spMkLst>
            <pc:docMk/>
            <pc:sldMk cId="0" sldId="256"/>
            <ac:spMk id="58" creationId="{C31784C9-9DB5-1D29-8E5A-111E2CAEE98E}"/>
          </ac:spMkLst>
        </pc:spChg>
        <pc:spChg chg="mod">
          <ac:chgData name="Mark Smith" userId="ec9c1c1e0e20cd5b" providerId="LiveId" clId="{479297F5-A8CA-4DC3-8986-12EFD102F79A}" dt="2026-04-01T20:01:31.251" v="1577" actId="1076"/>
          <ac:spMkLst>
            <pc:docMk/>
            <pc:sldMk cId="0" sldId="256"/>
            <ac:spMk id="2059" creationId="{00000000-0000-0000-0000-000000000000}"/>
          </ac:spMkLst>
        </pc:spChg>
        <pc:spChg chg="mod">
          <ac:chgData name="Mark Smith" userId="ec9c1c1e0e20cd5b" providerId="LiveId" clId="{479297F5-A8CA-4DC3-8986-12EFD102F79A}" dt="2026-04-01T19:02:02.893" v="146" actId="20577"/>
          <ac:spMkLst>
            <pc:docMk/>
            <pc:sldMk cId="0" sldId="256"/>
            <ac:spMk id="2062" creationId="{00000000-0000-0000-0000-000000000000}"/>
          </ac:spMkLst>
        </pc:spChg>
        <pc:graphicFrameChg chg="del">
          <ac:chgData name="Mark Smith" userId="ec9c1c1e0e20cd5b" providerId="LiveId" clId="{479297F5-A8CA-4DC3-8986-12EFD102F79A}" dt="2026-04-01T19:58:14.894" v="1428" actId="478"/>
          <ac:graphicFrameMkLst>
            <pc:docMk/>
            <pc:sldMk cId="0" sldId="256"/>
            <ac:graphicFrameMk id="7" creationId="{E80D33EE-DC4E-4C44-BDE9-693BBCD32F5D}"/>
          </ac:graphicFrameMkLst>
        </pc:graphicFrameChg>
        <pc:picChg chg="add mod modCrop">
          <ac:chgData name="Mark Smith" userId="ec9c1c1e0e20cd5b" providerId="LiveId" clId="{479297F5-A8CA-4DC3-8986-12EFD102F79A}" dt="2026-04-01T19:55:03.540" v="1360" actId="1076"/>
          <ac:picMkLst>
            <pc:docMk/>
            <pc:sldMk cId="0" sldId="256"/>
            <ac:picMk id="12" creationId="{203F9482-C98E-40A7-0CC0-B5C77B0FC12C}"/>
          </ac:picMkLst>
        </pc:picChg>
        <pc:picChg chg="add del mod">
          <ac:chgData name="Mark Smith" userId="ec9c1c1e0e20cd5b" providerId="LiveId" clId="{479297F5-A8CA-4DC3-8986-12EFD102F79A}" dt="2026-04-01T20:00:02.907" v="1528" actId="478"/>
          <ac:picMkLst>
            <pc:docMk/>
            <pc:sldMk cId="0" sldId="256"/>
            <ac:picMk id="14" creationId="{DC6D76F6-B982-FF19-42FD-729D2134187A}"/>
          </ac:picMkLst>
        </pc:picChg>
        <pc:picChg chg="add mod ord">
          <ac:chgData name="Mark Smith" userId="ec9c1c1e0e20cd5b" providerId="LiveId" clId="{479297F5-A8CA-4DC3-8986-12EFD102F79A}" dt="2026-04-01T20:13:52.085" v="2083" actId="167"/>
          <ac:picMkLst>
            <pc:docMk/>
            <pc:sldMk cId="0" sldId="256"/>
            <ac:picMk id="16" creationId="{57D63F15-5256-52B8-765A-CF63CAEF8DED}"/>
          </ac:picMkLst>
        </pc:picChg>
        <pc:picChg chg="add mod ord">
          <ac:chgData name="Mark Smith" userId="ec9c1c1e0e20cd5b" providerId="LiveId" clId="{479297F5-A8CA-4DC3-8986-12EFD102F79A}" dt="2026-04-01T20:13:47.012" v="2082" actId="167"/>
          <ac:picMkLst>
            <pc:docMk/>
            <pc:sldMk cId="0" sldId="256"/>
            <ac:picMk id="18" creationId="{BA2DEA0B-30B1-DDC9-46F8-668AC6D68611}"/>
          </ac:picMkLst>
        </pc:picChg>
        <pc:picChg chg="add mod">
          <ac:chgData name="Mark Smith" userId="ec9c1c1e0e20cd5b" providerId="LiveId" clId="{479297F5-A8CA-4DC3-8986-12EFD102F79A}" dt="2026-04-01T20:21:22.877" v="2171" actId="14100"/>
          <ac:picMkLst>
            <pc:docMk/>
            <pc:sldMk cId="0" sldId="256"/>
            <ac:picMk id="20" creationId="{DE92AC50-E53F-84BB-2EEF-68A09B8E4A9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6A81C-B77F-4CE1-AC2B-FDEB72373C8C}" type="datetimeFigureOut">
              <a:rPr lang="en-US" smtClean="0"/>
              <a:t>4/1/2026</a:t>
            </a:fld>
            <a:endParaRPr lang="en-US"/>
          </a:p>
        </p:txBody>
      </p:sp>
      <p:sp>
        <p:nvSpPr>
          <p:cNvPr id="4" name="Slide Image Placeholder 3"/>
          <p:cNvSpPr>
            <a:spLocks noGrp="1" noRot="1" noChangeAspect="1"/>
          </p:cNvSpPr>
          <p:nvPr>
            <p:ph type="sldImg" idx="2"/>
          </p:nvPr>
        </p:nvSpPr>
        <p:spPr>
          <a:xfrm>
            <a:off x="2193925" y="1143000"/>
            <a:ext cx="2470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46CFDF-25C3-44EE-9CD3-5EE3E3674E84}" type="slidenum">
              <a:rPr lang="en-US" smtClean="0"/>
              <a:t>‹#›</a:t>
            </a:fld>
            <a:endParaRPr lang="en-US"/>
          </a:p>
        </p:txBody>
      </p:sp>
    </p:spTree>
    <p:extLst>
      <p:ext uri="{BB962C8B-B14F-4D97-AF65-F5344CB8AC3E}">
        <p14:creationId xmlns:p14="http://schemas.microsoft.com/office/powerpoint/2010/main" val="3068125395"/>
      </p:ext>
    </p:extLst>
  </p:cSld>
  <p:clrMap bg1="lt1" tx1="dk1" bg2="lt2" tx2="dk2" accent1="accent1" accent2="accent2" accent3="accent3" accent4="accent4" accent5="accent5" accent6="accent6" hlink="hlink" folHlink="folHlink"/>
  <p:notesStyle>
    <a:lvl1pPr marL="0" algn="l" defTabSz="2370125" rtl="0" eaLnBrk="1" latinLnBrk="0" hangingPunct="1">
      <a:defRPr sz="3110" kern="1200">
        <a:solidFill>
          <a:schemeClr val="tx1"/>
        </a:solidFill>
        <a:latin typeface="+mn-lt"/>
        <a:ea typeface="+mn-ea"/>
        <a:cs typeface="+mn-cs"/>
      </a:defRPr>
    </a:lvl1pPr>
    <a:lvl2pPr marL="1185062" algn="l" defTabSz="2370125" rtl="0" eaLnBrk="1" latinLnBrk="0" hangingPunct="1">
      <a:defRPr sz="3110" kern="1200">
        <a:solidFill>
          <a:schemeClr val="tx1"/>
        </a:solidFill>
        <a:latin typeface="+mn-lt"/>
        <a:ea typeface="+mn-ea"/>
        <a:cs typeface="+mn-cs"/>
      </a:defRPr>
    </a:lvl2pPr>
    <a:lvl3pPr marL="2370125" algn="l" defTabSz="2370125" rtl="0" eaLnBrk="1" latinLnBrk="0" hangingPunct="1">
      <a:defRPr sz="3110" kern="1200">
        <a:solidFill>
          <a:schemeClr val="tx1"/>
        </a:solidFill>
        <a:latin typeface="+mn-lt"/>
        <a:ea typeface="+mn-ea"/>
        <a:cs typeface="+mn-cs"/>
      </a:defRPr>
    </a:lvl3pPr>
    <a:lvl4pPr marL="3555187" algn="l" defTabSz="2370125" rtl="0" eaLnBrk="1" latinLnBrk="0" hangingPunct="1">
      <a:defRPr sz="3110" kern="1200">
        <a:solidFill>
          <a:schemeClr val="tx1"/>
        </a:solidFill>
        <a:latin typeface="+mn-lt"/>
        <a:ea typeface="+mn-ea"/>
        <a:cs typeface="+mn-cs"/>
      </a:defRPr>
    </a:lvl4pPr>
    <a:lvl5pPr marL="4740250" algn="l" defTabSz="2370125" rtl="0" eaLnBrk="1" latinLnBrk="0" hangingPunct="1">
      <a:defRPr sz="3110" kern="1200">
        <a:solidFill>
          <a:schemeClr val="tx1"/>
        </a:solidFill>
        <a:latin typeface="+mn-lt"/>
        <a:ea typeface="+mn-ea"/>
        <a:cs typeface="+mn-cs"/>
      </a:defRPr>
    </a:lvl5pPr>
    <a:lvl6pPr marL="5925312" algn="l" defTabSz="2370125" rtl="0" eaLnBrk="1" latinLnBrk="0" hangingPunct="1">
      <a:defRPr sz="3110" kern="1200">
        <a:solidFill>
          <a:schemeClr val="tx1"/>
        </a:solidFill>
        <a:latin typeface="+mn-lt"/>
        <a:ea typeface="+mn-ea"/>
        <a:cs typeface="+mn-cs"/>
      </a:defRPr>
    </a:lvl6pPr>
    <a:lvl7pPr marL="7110374" algn="l" defTabSz="2370125" rtl="0" eaLnBrk="1" latinLnBrk="0" hangingPunct="1">
      <a:defRPr sz="3110" kern="1200">
        <a:solidFill>
          <a:schemeClr val="tx1"/>
        </a:solidFill>
        <a:latin typeface="+mn-lt"/>
        <a:ea typeface="+mn-ea"/>
        <a:cs typeface="+mn-cs"/>
      </a:defRPr>
    </a:lvl7pPr>
    <a:lvl8pPr marL="8295437" algn="l" defTabSz="2370125" rtl="0" eaLnBrk="1" latinLnBrk="0" hangingPunct="1">
      <a:defRPr sz="3110" kern="1200">
        <a:solidFill>
          <a:schemeClr val="tx1"/>
        </a:solidFill>
        <a:latin typeface="+mn-lt"/>
        <a:ea typeface="+mn-ea"/>
        <a:cs typeface="+mn-cs"/>
      </a:defRPr>
    </a:lvl8pPr>
    <a:lvl9pPr marL="9480499" algn="l" defTabSz="2370125" rtl="0" eaLnBrk="1" latinLnBrk="0" hangingPunct="1">
      <a:defRPr sz="311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2C7B9C-DA46-4FE0-B590-97F24EE1DB0E}" type="slidenum">
              <a:rPr lang="en-US"/>
              <a:pPr/>
              <a:t>1</a:t>
            </a:fld>
            <a:endParaRPr lang="en-US"/>
          </a:p>
        </p:txBody>
      </p:sp>
      <p:sp>
        <p:nvSpPr>
          <p:cNvPr id="4098" name="Rectangle 2"/>
          <p:cNvSpPr>
            <a:spLocks noGrp="1" noRot="1" noChangeAspect="1" noChangeArrowheads="1" noTextEdit="1"/>
          </p:cNvSpPr>
          <p:nvPr>
            <p:ph type="sldImg"/>
          </p:nvPr>
        </p:nvSpPr>
        <p:spPr>
          <a:xfrm>
            <a:off x="1973263" y="692150"/>
            <a:ext cx="2770187" cy="3465513"/>
          </a:xfrm>
          <a:ln/>
        </p:spPr>
      </p:sp>
      <p:sp>
        <p:nvSpPr>
          <p:cNvPr id="4099" name="Rectangle 3"/>
          <p:cNvSpPr>
            <a:spLocks noGrp="1" noChangeArrowheads="1"/>
          </p:cNvSpPr>
          <p:nvPr>
            <p:ph type="body" idx="1"/>
          </p:nvPr>
        </p:nvSpPr>
        <p:spPr/>
        <p:txBody>
          <a:bodyPr/>
          <a:lstStyle/>
          <a:p>
            <a:r>
              <a:rPr lang="en-US" dirty="0"/>
              <a:t>BYU-Idaho Logo – The university has specific guidelines on university branding, please do not remove or reduce the logo size. It can be moved.</a:t>
            </a:r>
          </a:p>
          <a:p>
            <a:endParaRPr lang="en-US" dirty="0"/>
          </a:p>
          <a:p>
            <a:endParaRPr lang="en-US" dirty="0"/>
          </a:p>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41869-4DDA-510A-9D2B-23417A39209A}"/>
              </a:ext>
            </a:extLst>
          </p:cNvPr>
          <p:cNvSpPr>
            <a:spLocks noGrp="1"/>
          </p:cNvSpPr>
          <p:nvPr>
            <p:ph type="ctrTitle"/>
          </p:nvPr>
        </p:nvSpPr>
        <p:spPr>
          <a:xfrm>
            <a:off x="2743200" y="4489452"/>
            <a:ext cx="16459200" cy="9550400"/>
          </a:xfrm>
        </p:spPr>
        <p:txBody>
          <a:bodyPr anchor="b"/>
          <a:lstStyle>
            <a:lvl1pPr algn="ctr">
              <a:defRPr sz="10800"/>
            </a:lvl1pPr>
          </a:lstStyle>
          <a:p>
            <a:r>
              <a:rPr lang="en-US"/>
              <a:t>Click to edit Master title style</a:t>
            </a:r>
          </a:p>
        </p:txBody>
      </p:sp>
      <p:sp>
        <p:nvSpPr>
          <p:cNvPr id="3" name="Subtitle 2">
            <a:extLst>
              <a:ext uri="{FF2B5EF4-FFF2-40B4-BE49-F238E27FC236}">
                <a16:creationId xmlns:a16="http://schemas.microsoft.com/office/drawing/2014/main" id="{3C268E15-97FE-8601-EAC7-66FE8E8152D4}"/>
              </a:ext>
            </a:extLst>
          </p:cNvPr>
          <p:cNvSpPr>
            <a:spLocks noGrp="1"/>
          </p:cNvSpPr>
          <p:nvPr>
            <p:ph type="subTitle" idx="1"/>
          </p:nvPr>
        </p:nvSpPr>
        <p:spPr>
          <a:xfrm>
            <a:off x="2743200" y="14408152"/>
            <a:ext cx="16459200" cy="6623048"/>
          </a:xfrm>
        </p:spPr>
        <p:txBody>
          <a:bodyPr/>
          <a:lstStyle>
            <a:lvl1pPr marL="0" indent="0" algn="ctr">
              <a:buNone/>
              <a:defRPr sz="4320"/>
            </a:lvl1pPr>
            <a:lvl2pPr marL="822960" indent="0" algn="ctr">
              <a:buNone/>
              <a:defRPr sz="3600"/>
            </a:lvl2pPr>
            <a:lvl3pPr marL="1645920" indent="0" algn="ctr">
              <a:buNone/>
              <a:defRPr sz="3240"/>
            </a:lvl3pPr>
            <a:lvl4pPr marL="2468880" indent="0" algn="ctr">
              <a:buNone/>
              <a:defRPr sz="2880"/>
            </a:lvl4pPr>
            <a:lvl5pPr marL="3291840" indent="0" algn="ctr">
              <a:buNone/>
              <a:defRPr sz="2880"/>
            </a:lvl5pPr>
            <a:lvl6pPr marL="4114800" indent="0" algn="ctr">
              <a:buNone/>
              <a:defRPr sz="2880"/>
            </a:lvl6pPr>
            <a:lvl7pPr marL="4937760" indent="0" algn="ctr">
              <a:buNone/>
              <a:defRPr sz="2880"/>
            </a:lvl7pPr>
            <a:lvl8pPr marL="5760720" indent="0" algn="ctr">
              <a:buNone/>
              <a:defRPr sz="2880"/>
            </a:lvl8pPr>
            <a:lvl9pPr marL="6583680" indent="0" algn="ctr">
              <a:buNone/>
              <a:defRPr sz="2880"/>
            </a:lvl9pPr>
          </a:lstStyle>
          <a:p>
            <a:r>
              <a:rPr lang="en-US"/>
              <a:t>Click to edit Master subtitle style</a:t>
            </a:r>
          </a:p>
        </p:txBody>
      </p:sp>
      <p:sp>
        <p:nvSpPr>
          <p:cNvPr id="4" name="Date Placeholder 3">
            <a:extLst>
              <a:ext uri="{FF2B5EF4-FFF2-40B4-BE49-F238E27FC236}">
                <a16:creationId xmlns:a16="http://schemas.microsoft.com/office/drawing/2014/main" id="{09278FEB-ACD5-4049-68BB-C55E0AA9363E}"/>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5" name="Footer Placeholder 4">
            <a:extLst>
              <a:ext uri="{FF2B5EF4-FFF2-40B4-BE49-F238E27FC236}">
                <a16:creationId xmlns:a16="http://schemas.microsoft.com/office/drawing/2014/main" id="{CFCD1D80-1715-9013-948F-914AF01CA2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35F836-AD78-8BE9-7867-364C3A250A72}"/>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332278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A44E2-24A6-132C-5951-AED3BE8680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42E034-232D-FE15-0B19-2FE954FC3B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87A2C-554A-A5A4-C8F8-E939EC34B633}"/>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5" name="Footer Placeholder 4">
            <a:extLst>
              <a:ext uri="{FF2B5EF4-FFF2-40B4-BE49-F238E27FC236}">
                <a16:creationId xmlns:a16="http://schemas.microsoft.com/office/drawing/2014/main" id="{A4350155-EACA-AF2E-6C76-5B82ED6AA0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8BEF3-9748-13B6-9A36-A72B906F8041}"/>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1183027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D01BF-51C0-B498-6985-9C5E832D67BD}"/>
              </a:ext>
            </a:extLst>
          </p:cNvPr>
          <p:cNvSpPr>
            <a:spLocks noGrp="1"/>
          </p:cNvSpPr>
          <p:nvPr>
            <p:ph type="title"/>
          </p:nvPr>
        </p:nvSpPr>
        <p:spPr>
          <a:xfrm>
            <a:off x="1497330" y="6838954"/>
            <a:ext cx="18928080" cy="11410948"/>
          </a:xfrm>
        </p:spPr>
        <p:txBody>
          <a:bodyPr anchor="b"/>
          <a:lstStyle>
            <a:lvl1pPr>
              <a:defRPr sz="10800"/>
            </a:lvl1pPr>
          </a:lstStyle>
          <a:p>
            <a:r>
              <a:rPr lang="en-US"/>
              <a:t>Click to edit Master title style</a:t>
            </a:r>
          </a:p>
        </p:txBody>
      </p:sp>
      <p:sp>
        <p:nvSpPr>
          <p:cNvPr id="3" name="Text Placeholder 2">
            <a:extLst>
              <a:ext uri="{FF2B5EF4-FFF2-40B4-BE49-F238E27FC236}">
                <a16:creationId xmlns:a16="http://schemas.microsoft.com/office/drawing/2014/main" id="{B53BF33E-082F-2E78-0506-2A78BD076307}"/>
              </a:ext>
            </a:extLst>
          </p:cNvPr>
          <p:cNvSpPr>
            <a:spLocks noGrp="1"/>
          </p:cNvSpPr>
          <p:nvPr>
            <p:ph type="body" idx="1"/>
          </p:nvPr>
        </p:nvSpPr>
        <p:spPr>
          <a:xfrm>
            <a:off x="1497330" y="18357854"/>
            <a:ext cx="18928080" cy="6000748"/>
          </a:xfrm>
        </p:spPr>
        <p:txBody>
          <a:bodyPr/>
          <a:lstStyle>
            <a:lvl1pPr marL="0" indent="0">
              <a:buNone/>
              <a:defRPr sz="4320">
                <a:solidFill>
                  <a:schemeClr val="tx1">
                    <a:tint val="82000"/>
                  </a:schemeClr>
                </a:solidFill>
              </a:defRPr>
            </a:lvl1pPr>
            <a:lvl2pPr marL="822960" indent="0">
              <a:buNone/>
              <a:defRPr sz="3600">
                <a:solidFill>
                  <a:schemeClr val="tx1">
                    <a:tint val="82000"/>
                  </a:schemeClr>
                </a:solidFill>
              </a:defRPr>
            </a:lvl2pPr>
            <a:lvl3pPr marL="1645920" indent="0">
              <a:buNone/>
              <a:defRPr sz="3240">
                <a:solidFill>
                  <a:schemeClr val="tx1">
                    <a:tint val="82000"/>
                  </a:schemeClr>
                </a:solidFill>
              </a:defRPr>
            </a:lvl3pPr>
            <a:lvl4pPr marL="2468880" indent="0">
              <a:buNone/>
              <a:defRPr sz="2880">
                <a:solidFill>
                  <a:schemeClr val="tx1">
                    <a:tint val="82000"/>
                  </a:schemeClr>
                </a:solidFill>
              </a:defRPr>
            </a:lvl4pPr>
            <a:lvl5pPr marL="3291840" indent="0">
              <a:buNone/>
              <a:defRPr sz="2880">
                <a:solidFill>
                  <a:schemeClr val="tx1">
                    <a:tint val="82000"/>
                  </a:schemeClr>
                </a:solidFill>
              </a:defRPr>
            </a:lvl5pPr>
            <a:lvl6pPr marL="4114800" indent="0">
              <a:buNone/>
              <a:defRPr sz="2880">
                <a:solidFill>
                  <a:schemeClr val="tx1">
                    <a:tint val="82000"/>
                  </a:schemeClr>
                </a:solidFill>
              </a:defRPr>
            </a:lvl6pPr>
            <a:lvl7pPr marL="4937760" indent="0">
              <a:buNone/>
              <a:defRPr sz="2880">
                <a:solidFill>
                  <a:schemeClr val="tx1">
                    <a:tint val="82000"/>
                  </a:schemeClr>
                </a:solidFill>
              </a:defRPr>
            </a:lvl7pPr>
            <a:lvl8pPr marL="5760720" indent="0">
              <a:buNone/>
              <a:defRPr sz="2880">
                <a:solidFill>
                  <a:schemeClr val="tx1">
                    <a:tint val="82000"/>
                  </a:schemeClr>
                </a:solidFill>
              </a:defRPr>
            </a:lvl8pPr>
            <a:lvl9pPr marL="6583680" indent="0">
              <a:buNone/>
              <a:defRPr sz="288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9C070B-DFEC-49AE-C8AE-2ED277606AFA}"/>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5" name="Footer Placeholder 4">
            <a:extLst>
              <a:ext uri="{FF2B5EF4-FFF2-40B4-BE49-F238E27FC236}">
                <a16:creationId xmlns:a16="http://schemas.microsoft.com/office/drawing/2014/main" id="{C6E5600B-0278-CE1F-D1FA-5D10D5ADAE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877A44-5484-6F1C-02F7-819570E06513}"/>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234970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D6B4D-D417-9898-6A35-CF134923EA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26DDFB-9FFD-3A9F-699D-7A1FA2D5B118}"/>
              </a:ext>
            </a:extLst>
          </p:cNvPr>
          <p:cNvSpPr>
            <a:spLocks noGrp="1"/>
          </p:cNvSpPr>
          <p:nvPr>
            <p:ph sz="half" idx="1"/>
          </p:nvPr>
        </p:nvSpPr>
        <p:spPr>
          <a:xfrm>
            <a:off x="1508760" y="7302500"/>
            <a:ext cx="932688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CEF58E-B60C-3A93-28A8-FCFEFC5B4A2A}"/>
              </a:ext>
            </a:extLst>
          </p:cNvPr>
          <p:cNvSpPr>
            <a:spLocks noGrp="1"/>
          </p:cNvSpPr>
          <p:nvPr>
            <p:ph sz="half" idx="2"/>
          </p:nvPr>
        </p:nvSpPr>
        <p:spPr>
          <a:xfrm>
            <a:off x="11109960" y="7302500"/>
            <a:ext cx="932688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4FD311-C8AA-3442-99F5-5B9F9981F8B8}"/>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6" name="Footer Placeholder 5">
            <a:extLst>
              <a:ext uri="{FF2B5EF4-FFF2-40B4-BE49-F238E27FC236}">
                <a16:creationId xmlns:a16="http://schemas.microsoft.com/office/drawing/2014/main" id="{D608AECD-7FD1-21AE-55D9-4A57D26A6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982A94-EAEF-9F67-B1D4-51419256B5B3}"/>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2611813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DB824-B507-9D4F-9233-14367DA4AA84}"/>
              </a:ext>
            </a:extLst>
          </p:cNvPr>
          <p:cNvSpPr>
            <a:spLocks noGrp="1"/>
          </p:cNvSpPr>
          <p:nvPr>
            <p:ph type="title"/>
          </p:nvPr>
        </p:nvSpPr>
        <p:spPr>
          <a:xfrm>
            <a:off x="1511618" y="1460502"/>
            <a:ext cx="18928080" cy="53022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7EC7B0-537E-A347-F5E3-B2773C6BE556}"/>
              </a:ext>
            </a:extLst>
          </p:cNvPr>
          <p:cNvSpPr>
            <a:spLocks noGrp="1"/>
          </p:cNvSpPr>
          <p:nvPr>
            <p:ph type="body" idx="1"/>
          </p:nvPr>
        </p:nvSpPr>
        <p:spPr>
          <a:xfrm>
            <a:off x="1511619" y="6724652"/>
            <a:ext cx="9284017" cy="3295648"/>
          </a:xfrm>
        </p:spPr>
        <p:txBody>
          <a:bodyPr anchor="b"/>
          <a:lstStyle>
            <a:lvl1pPr marL="0" indent="0">
              <a:buNone/>
              <a:defRPr sz="4320" b="1"/>
            </a:lvl1pPr>
            <a:lvl2pPr marL="822960" indent="0">
              <a:buNone/>
              <a:defRPr sz="3600" b="1"/>
            </a:lvl2pPr>
            <a:lvl3pPr marL="1645920" indent="0">
              <a:buNone/>
              <a:defRPr sz="3240" b="1"/>
            </a:lvl3pPr>
            <a:lvl4pPr marL="2468880" indent="0">
              <a:buNone/>
              <a:defRPr sz="2880" b="1"/>
            </a:lvl4pPr>
            <a:lvl5pPr marL="3291840" indent="0">
              <a:buNone/>
              <a:defRPr sz="2880" b="1"/>
            </a:lvl5pPr>
            <a:lvl6pPr marL="4114800" indent="0">
              <a:buNone/>
              <a:defRPr sz="2880" b="1"/>
            </a:lvl6pPr>
            <a:lvl7pPr marL="4937760" indent="0">
              <a:buNone/>
              <a:defRPr sz="2880" b="1"/>
            </a:lvl7pPr>
            <a:lvl8pPr marL="5760720" indent="0">
              <a:buNone/>
              <a:defRPr sz="2880" b="1"/>
            </a:lvl8pPr>
            <a:lvl9pPr marL="6583680" indent="0">
              <a:buNone/>
              <a:defRPr sz="2880" b="1"/>
            </a:lvl9pPr>
          </a:lstStyle>
          <a:p>
            <a:pPr lvl="0"/>
            <a:r>
              <a:rPr lang="en-US"/>
              <a:t>Click to edit Master text styles</a:t>
            </a:r>
          </a:p>
        </p:txBody>
      </p:sp>
      <p:sp>
        <p:nvSpPr>
          <p:cNvPr id="4" name="Content Placeholder 3">
            <a:extLst>
              <a:ext uri="{FF2B5EF4-FFF2-40B4-BE49-F238E27FC236}">
                <a16:creationId xmlns:a16="http://schemas.microsoft.com/office/drawing/2014/main" id="{34E72607-1087-ECF9-1198-86D7DBAEC1DC}"/>
              </a:ext>
            </a:extLst>
          </p:cNvPr>
          <p:cNvSpPr>
            <a:spLocks noGrp="1"/>
          </p:cNvSpPr>
          <p:nvPr>
            <p:ph sz="half" idx="2"/>
          </p:nvPr>
        </p:nvSpPr>
        <p:spPr>
          <a:xfrm>
            <a:off x="1511619" y="10020300"/>
            <a:ext cx="9284017"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F12457-5ACE-D029-BF90-BB0D39FE003B}"/>
              </a:ext>
            </a:extLst>
          </p:cNvPr>
          <p:cNvSpPr>
            <a:spLocks noGrp="1"/>
          </p:cNvSpPr>
          <p:nvPr>
            <p:ph type="body" sz="quarter" idx="3"/>
          </p:nvPr>
        </p:nvSpPr>
        <p:spPr>
          <a:xfrm>
            <a:off x="11109960" y="6724652"/>
            <a:ext cx="9329738" cy="3295648"/>
          </a:xfrm>
        </p:spPr>
        <p:txBody>
          <a:bodyPr anchor="b"/>
          <a:lstStyle>
            <a:lvl1pPr marL="0" indent="0">
              <a:buNone/>
              <a:defRPr sz="4320" b="1"/>
            </a:lvl1pPr>
            <a:lvl2pPr marL="822960" indent="0">
              <a:buNone/>
              <a:defRPr sz="3600" b="1"/>
            </a:lvl2pPr>
            <a:lvl3pPr marL="1645920" indent="0">
              <a:buNone/>
              <a:defRPr sz="3240" b="1"/>
            </a:lvl3pPr>
            <a:lvl4pPr marL="2468880" indent="0">
              <a:buNone/>
              <a:defRPr sz="2880" b="1"/>
            </a:lvl4pPr>
            <a:lvl5pPr marL="3291840" indent="0">
              <a:buNone/>
              <a:defRPr sz="2880" b="1"/>
            </a:lvl5pPr>
            <a:lvl6pPr marL="4114800" indent="0">
              <a:buNone/>
              <a:defRPr sz="2880" b="1"/>
            </a:lvl6pPr>
            <a:lvl7pPr marL="4937760" indent="0">
              <a:buNone/>
              <a:defRPr sz="2880" b="1"/>
            </a:lvl7pPr>
            <a:lvl8pPr marL="5760720" indent="0">
              <a:buNone/>
              <a:defRPr sz="2880" b="1"/>
            </a:lvl8pPr>
            <a:lvl9pPr marL="6583680" indent="0">
              <a:buNone/>
              <a:defRPr sz="2880" b="1"/>
            </a:lvl9pPr>
          </a:lstStyle>
          <a:p>
            <a:pPr lvl="0"/>
            <a:r>
              <a:rPr lang="en-US"/>
              <a:t>Click to edit Master text styles</a:t>
            </a:r>
          </a:p>
        </p:txBody>
      </p:sp>
      <p:sp>
        <p:nvSpPr>
          <p:cNvPr id="6" name="Content Placeholder 5">
            <a:extLst>
              <a:ext uri="{FF2B5EF4-FFF2-40B4-BE49-F238E27FC236}">
                <a16:creationId xmlns:a16="http://schemas.microsoft.com/office/drawing/2014/main" id="{55543AB6-BC7D-1529-A3F7-58C7619F59D9}"/>
              </a:ext>
            </a:extLst>
          </p:cNvPr>
          <p:cNvSpPr>
            <a:spLocks noGrp="1"/>
          </p:cNvSpPr>
          <p:nvPr>
            <p:ph sz="quarter" idx="4"/>
          </p:nvPr>
        </p:nvSpPr>
        <p:spPr>
          <a:xfrm>
            <a:off x="11109960" y="10020300"/>
            <a:ext cx="9329738"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723D0F-929B-E7BB-D409-74033187ABE6}"/>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8" name="Footer Placeholder 7">
            <a:extLst>
              <a:ext uri="{FF2B5EF4-FFF2-40B4-BE49-F238E27FC236}">
                <a16:creationId xmlns:a16="http://schemas.microsoft.com/office/drawing/2014/main" id="{54C61E8F-3C72-C3F9-E15E-45E91463A0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7BA1AC-1FAD-48E3-5B16-4F11384B8072}"/>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1352094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311BB-1930-6EBF-080F-72D7F71104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AE90E3-5A02-DF20-A01D-E64FFC79AF52}"/>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4" name="Footer Placeholder 3">
            <a:extLst>
              <a:ext uri="{FF2B5EF4-FFF2-40B4-BE49-F238E27FC236}">
                <a16:creationId xmlns:a16="http://schemas.microsoft.com/office/drawing/2014/main" id="{64216881-216A-2A6C-F416-4AA74E6F61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7D47CC-8D95-93F9-9259-17CEEE7AC32A}"/>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14682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CE81C-855E-EA35-8F7D-D1CA781D98EF}"/>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3" name="Footer Placeholder 2">
            <a:extLst>
              <a:ext uri="{FF2B5EF4-FFF2-40B4-BE49-F238E27FC236}">
                <a16:creationId xmlns:a16="http://schemas.microsoft.com/office/drawing/2014/main" id="{E2110901-FE6F-3B75-7460-0F525A884A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BF34E9-C848-E864-E722-8238BFBD775F}"/>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4114332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6C800-11F9-0C63-3EA0-EA61A8DE38AA}"/>
              </a:ext>
            </a:extLst>
          </p:cNvPr>
          <p:cNvSpPr>
            <a:spLocks noGrp="1"/>
          </p:cNvSpPr>
          <p:nvPr>
            <p:ph type="title"/>
          </p:nvPr>
        </p:nvSpPr>
        <p:spPr>
          <a:xfrm>
            <a:off x="1511619" y="1828800"/>
            <a:ext cx="7078027" cy="6400800"/>
          </a:xfrm>
        </p:spPr>
        <p:txBody>
          <a:bodyPr anchor="b"/>
          <a:lstStyle>
            <a:lvl1pPr>
              <a:defRPr sz="5760"/>
            </a:lvl1pPr>
          </a:lstStyle>
          <a:p>
            <a:r>
              <a:rPr lang="en-US"/>
              <a:t>Click to edit Master title style</a:t>
            </a:r>
          </a:p>
        </p:txBody>
      </p:sp>
      <p:sp>
        <p:nvSpPr>
          <p:cNvPr id="3" name="Content Placeholder 2">
            <a:extLst>
              <a:ext uri="{FF2B5EF4-FFF2-40B4-BE49-F238E27FC236}">
                <a16:creationId xmlns:a16="http://schemas.microsoft.com/office/drawing/2014/main" id="{DF4DAB6A-DAED-1388-71D8-1B70A1F90AFA}"/>
              </a:ext>
            </a:extLst>
          </p:cNvPr>
          <p:cNvSpPr>
            <a:spLocks noGrp="1"/>
          </p:cNvSpPr>
          <p:nvPr>
            <p:ph idx="1"/>
          </p:nvPr>
        </p:nvSpPr>
        <p:spPr>
          <a:xfrm>
            <a:off x="9329738" y="3949702"/>
            <a:ext cx="11109960" cy="19494500"/>
          </a:xfrm>
        </p:spPr>
        <p:txBody>
          <a:bodyPr/>
          <a:lstStyle>
            <a:lvl1pPr>
              <a:defRPr sz="5760"/>
            </a:lvl1pPr>
            <a:lvl2pPr>
              <a:defRPr sz="5040"/>
            </a:lvl2pPr>
            <a:lvl3pPr>
              <a:defRPr sz="432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3D4D62-7D0C-39A6-989D-A084E4D8DA51}"/>
              </a:ext>
            </a:extLst>
          </p:cNvPr>
          <p:cNvSpPr>
            <a:spLocks noGrp="1"/>
          </p:cNvSpPr>
          <p:nvPr>
            <p:ph type="body" sz="half" idx="2"/>
          </p:nvPr>
        </p:nvSpPr>
        <p:spPr>
          <a:xfrm>
            <a:off x="1511619" y="8229600"/>
            <a:ext cx="7078027" cy="15246352"/>
          </a:xfrm>
        </p:spPr>
        <p:txBody>
          <a:bodyPr/>
          <a:lstStyle>
            <a:lvl1pPr marL="0" indent="0">
              <a:buNone/>
              <a:defRPr sz="2880"/>
            </a:lvl1pPr>
            <a:lvl2pPr marL="822960" indent="0">
              <a:buNone/>
              <a:defRPr sz="2520"/>
            </a:lvl2pPr>
            <a:lvl3pPr marL="1645920" indent="0">
              <a:buNone/>
              <a:defRPr sz="2160"/>
            </a:lvl3pPr>
            <a:lvl4pPr marL="2468880" indent="0">
              <a:buNone/>
              <a:defRPr sz="1800"/>
            </a:lvl4pPr>
            <a:lvl5pPr marL="3291840" indent="0">
              <a:buNone/>
              <a:defRPr sz="1800"/>
            </a:lvl5pPr>
            <a:lvl6pPr marL="4114800" indent="0">
              <a:buNone/>
              <a:defRPr sz="1800"/>
            </a:lvl6pPr>
            <a:lvl7pPr marL="4937760" indent="0">
              <a:buNone/>
              <a:defRPr sz="1800"/>
            </a:lvl7pPr>
            <a:lvl8pPr marL="5760720" indent="0">
              <a:buNone/>
              <a:defRPr sz="1800"/>
            </a:lvl8pPr>
            <a:lvl9pPr marL="6583680" indent="0">
              <a:buNone/>
              <a:defRPr sz="1800"/>
            </a:lvl9pPr>
          </a:lstStyle>
          <a:p>
            <a:pPr lvl="0"/>
            <a:r>
              <a:rPr lang="en-US"/>
              <a:t>Click to edit Master text styles</a:t>
            </a:r>
          </a:p>
        </p:txBody>
      </p:sp>
      <p:sp>
        <p:nvSpPr>
          <p:cNvPr id="5" name="Date Placeholder 4">
            <a:extLst>
              <a:ext uri="{FF2B5EF4-FFF2-40B4-BE49-F238E27FC236}">
                <a16:creationId xmlns:a16="http://schemas.microsoft.com/office/drawing/2014/main" id="{4B91539E-9D31-AEC1-A319-657A2F522842}"/>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6" name="Footer Placeholder 5">
            <a:extLst>
              <a:ext uri="{FF2B5EF4-FFF2-40B4-BE49-F238E27FC236}">
                <a16:creationId xmlns:a16="http://schemas.microsoft.com/office/drawing/2014/main" id="{2FB2E0F4-2AED-2012-6A1B-8B29222A12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EF1688-DAAD-4DBF-2F7A-C7AD199E7139}"/>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374481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D7C97-1816-D75B-92D5-5154AD41FF05}"/>
              </a:ext>
            </a:extLst>
          </p:cNvPr>
          <p:cNvSpPr>
            <a:spLocks noGrp="1"/>
          </p:cNvSpPr>
          <p:nvPr>
            <p:ph type="title"/>
          </p:nvPr>
        </p:nvSpPr>
        <p:spPr>
          <a:xfrm>
            <a:off x="1511619" y="1828800"/>
            <a:ext cx="7078027" cy="6400800"/>
          </a:xfrm>
        </p:spPr>
        <p:txBody>
          <a:bodyPr anchor="b"/>
          <a:lstStyle>
            <a:lvl1pPr>
              <a:defRPr sz="5760"/>
            </a:lvl1pPr>
          </a:lstStyle>
          <a:p>
            <a:r>
              <a:rPr lang="en-US"/>
              <a:t>Click to edit Master title style</a:t>
            </a:r>
          </a:p>
        </p:txBody>
      </p:sp>
      <p:sp>
        <p:nvSpPr>
          <p:cNvPr id="3" name="Picture Placeholder 2">
            <a:extLst>
              <a:ext uri="{FF2B5EF4-FFF2-40B4-BE49-F238E27FC236}">
                <a16:creationId xmlns:a16="http://schemas.microsoft.com/office/drawing/2014/main" id="{F9C40F26-1D20-7194-CBAA-E0A582431BAC}"/>
              </a:ext>
            </a:extLst>
          </p:cNvPr>
          <p:cNvSpPr>
            <a:spLocks noGrp="1"/>
          </p:cNvSpPr>
          <p:nvPr>
            <p:ph type="pic" idx="1"/>
          </p:nvPr>
        </p:nvSpPr>
        <p:spPr>
          <a:xfrm>
            <a:off x="9329738" y="3949702"/>
            <a:ext cx="11109960" cy="19494500"/>
          </a:xfrm>
        </p:spPr>
        <p:txBody>
          <a:bodyPr/>
          <a:lstStyle>
            <a:lvl1pPr marL="0" indent="0">
              <a:buNone/>
              <a:defRPr sz="5760"/>
            </a:lvl1pPr>
            <a:lvl2pPr marL="822960" indent="0">
              <a:buNone/>
              <a:defRPr sz="5040"/>
            </a:lvl2pPr>
            <a:lvl3pPr marL="1645920" indent="0">
              <a:buNone/>
              <a:defRPr sz="4320"/>
            </a:lvl3pPr>
            <a:lvl4pPr marL="2468880" indent="0">
              <a:buNone/>
              <a:defRPr sz="3600"/>
            </a:lvl4pPr>
            <a:lvl5pPr marL="3291840" indent="0">
              <a:buNone/>
              <a:defRPr sz="3600"/>
            </a:lvl5pPr>
            <a:lvl6pPr marL="4114800" indent="0">
              <a:buNone/>
              <a:defRPr sz="3600"/>
            </a:lvl6pPr>
            <a:lvl7pPr marL="4937760" indent="0">
              <a:buNone/>
              <a:defRPr sz="3600"/>
            </a:lvl7pPr>
            <a:lvl8pPr marL="5760720" indent="0">
              <a:buNone/>
              <a:defRPr sz="3600"/>
            </a:lvl8pPr>
            <a:lvl9pPr marL="6583680" indent="0">
              <a:buNone/>
              <a:defRPr sz="3600"/>
            </a:lvl9pPr>
          </a:lstStyle>
          <a:p>
            <a:endParaRPr lang="en-US"/>
          </a:p>
        </p:txBody>
      </p:sp>
      <p:sp>
        <p:nvSpPr>
          <p:cNvPr id="4" name="Text Placeholder 3">
            <a:extLst>
              <a:ext uri="{FF2B5EF4-FFF2-40B4-BE49-F238E27FC236}">
                <a16:creationId xmlns:a16="http://schemas.microsoft.com/office/drawing/2014/main" id="{62F4A80B-5A25-E4DA-A09B-495FD5B079E3}"/>
              </a:ext>
            </a:extLst>
          </p:cNvPr>
          <p:cNvSpPr>
            <a:spLocks noGrp="1"/>
          </p:cNvSpPr>
          <p:nvPr>
            <p:ph type="body" sz="half" idx="2"/>
          </p:nvPr>
        </p:nvSpPr>
        <p:spPr>
          <a:xfrm>
            <a:off x="1511619" y="8229600"/>
            <a:ext cx="7078027" cy="15246352"/>
          </a:xfrm>
        </p:spPr>
        <p:txBody>
          <a:bodyPr/>
          <a:lstStyle>
            <a:lvl1pPr marL="0" indent="0">
              <a:buNone/>
              <a:defRPr sz="2880"/>
            </a:lvl1pPr>
            <a:lvl2pPr marL="822960" indent="0">
              <a:buNone/>
              <a:defRPr sz="2520"/>
            </a:lvl2pPr>
            <a:lvl3pPr marL="1645920" indent="0">
              <a:buNone/>
              <a:defRPr sz="2160"/>
            </a:lvl3pPr>
            <a:lvl4pPr marL="2468880" indent="0">
              <a:buNone/>
              <a:defRPr sz="1800"/>
            </a:lvl4pPr>
            <a:lvl5pPr marL="3291840" indent="0">
              <a:buNone/>
              <a:defRPr sz="1800"/>
            </a:lvl5pPr>
            <a:lvl6pPr marL="4114800" indent="0">
              <a:buNone/>
              <a:defRPr sz="1800"/>
            </a:lvl6pPr>
            <a:lvl7pPr marL="4937760" indent="0">
              <a:buNone/>
              <a:defRPr sz="1800"/>
            </a:lvl7pPr>
            <a:lvl8pPr marL="5760720" indent="0">
              <a:buNone/>
              <a:defRPr sz="1800"/>
            </a:lvl8pPr>
            <a:lvl9pPr marL="6583680" indent="0">
              <a:buNone/>
              <a:defRPr sz="1800"/>
            </a:lvl9pPr>
          </a:lstStyle>
          <a:p>
            <a:pPr lvl="0"/>
            <a:r>
              <a:rPr lang="en-US"/>
              <a:t>Click to edit Master text styles</a:t>
            </a:r>
          </a:p>
        </p:txBody>
      </p:sp>
      <p:sp>
        <p:nvSpPr>
          <p:cNvPr id="5" name="Date Placeholder 4">
            <a:extLst>
              <a:ext uri="{FF2B5EF4-FFF2-40B4-BE49-F238E27FC236}">
                <a16:creationId xmlns:a16="http://schemas.microsoft.com/office/drawing/2014/main" id="{48023FC6-7FE3-1235-F70E-ECED52E53BED}"/>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6" name="Footer Placeholder 5">
            <a:extLst>
              <a:ext uri="{FF2B5EF4-FFF2-40B4-BE49-F238E27FC236}">
                <a16:creationId xmlns:a16="http://schemas.microsoft.com/office/drawing/2014/main" id="{C3FEDB36-26B9-6651-2B93-B1AD8455A5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DD526E-B4D3-F684-F241-58218468B98E}"/>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2619127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36566-3943-319F-40BE-843FF5A026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723895-C954-8B6B-DD1B-DE4EA72A62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2A4817-D65F-0EFF-695C-40577EC4A922}"/>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5" name="Footer Placeholder 4">
            <a:extLst>
              <a:ext uri="{FF2B5EF4-FFF2-40B4-BE49-F238E27FC236}">
                <a16:creationId xmlns:a16="http://schemas.microsoft.com/office/drawing/2014/main" id="{E53AC3E6-D51A-E192-8D1F-7AB9A8BBBD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289F5F-9A00-2D85-1755-DB627FD100A5}"/>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1312385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734825-432C-2D21-1DFB-2689A5BEEBC9}"/>
              </a:ext>
            </a:extLst>
          </p:cNvPr>
          <p:cNvSpPr>
            <a:spLocks noGrp="1"/>
          </p:cNvSpPr>
          <p:nvPr>
            <p:ph type="title" orient="vert"/>
          </p:nvPr>
        </p:nvSpPr>
        <p:spPr>
          <a:xfrm>
            <a:off x="15704820" y="1460500"/>
            <a:ext cx="4732020" cy="2324735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F8E681-551D-0BEA-7755-EF0C07E5105E}"/>
              </a:ext>
            </a:extLst>
          </p:cNvPr>
          <p:cNvSpPr>
            <a:spLocks noGrp="1"/>
          </p:cNvSpPr>
          <p:nvPr>
            <p:ph type="body" orient="vert" idx="1"/>
          </p:nvPr>
        </p:nvSpPr>
        <p:spPr>
          <a:xfrm>
            <a:off x="1508760" y="1460500"/>
            <a:ext cx="13921740" cy="232473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A53B41-DA40-2AB8-51DF-EFCEDBC11DB5}"/>
              </a:ext>
            </a:extLst>
          </p:cNvPr>
          <p:cNvSpPr>
            <a:spLocks noGrp="1"/>
          </p:cNvSpPr>
          <p:nvPr>
            <p:ph type="dt" sz="half" idx="10"/>
          </p:nvPr>
        </p:nvSpPr>
        <p:spPr/>
        <p:txBody>
          <a:bodyPr/>
          <a:lstStyle/>
          <a:p>
            <a:fld id="{91A2FC19-BB14-4EE8-8378-977D268FD72B}" type="datetimeFigureOut">
              <a:rPr lang="en-US" smtClean="0"/>
              <a:t>4/1/2026</a:t>
            </a:fld>
            <a:endParaRPr lang="en-US"/>
          </a:p>
        </p:txBody>
      </p:sp>
      <p:sp>
        <p:nvSpPr>
          <p:cNvPr id="5" name="Footer Placeholder 4">
            <a:extLst>
              <a:ext uri="{FF2B5EF4-FFF2-40B4-BE49-F238E27FC236}">
                <a16:creationId xmlns:a16="http://schemas.microsoft.com/office/drawing/2014/main" id="{6E569E8F-91E5-7049-06A1-0411CFD36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4DF5C6-1458-9C2B-5F58-0E502EB556E5}"/>
              </a:ext>
            </a:extLst>
          </p:cNvPr>
          <p:cNvSpPr>
            <a:spLocks noGrp="1"/>
          </p:cNvSpPr>
          <p:nvPr>
            <p:ph type="sldNum" sz="quarter" idx="12"/>
          </p:nvPr>
        </p:nvSpPr>
        <p:spPr/>
        <p:txBody>
          <a:bodyPr/>
          <a:lstStyle/>
          <a:p>
            <a:fld id="{274C52E2-DEB0-4DB2-867A-FD844E2BA264}" type="slidenum">
              <a:rPr lang="en-US" smtClean="0"/>
              <a:t>‹#›</a:t>
            </a:fld>
            <a:endParaRPr lang="en-US"/>
          </a:p>
        </p:txBody>
      </p:sp>
    </p:spTree>
    <p:extLst>
      <p:ext uri="{BB962C8B-B14F-4D97-AF65-F5344CB8AC3E}">
        <p14:creationId xmlns:p14="http://schemas.microsoft.com/office/powerpoint/2010/main" val="3397420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9272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73DF5B-D2D9-0919-7EF6-433953844949}"/>
              </a:ext>
            </a:extLst>
          </p:cNvPr>
          <p:cNvSpPr>
            <a:spLocks noGrp="1"/>
          </p:cNvSpPr>
          <p:nvPr>
            <p:ph type="title"/>
          </p:nvPr>
        </p:nvSpPr>
        <p:spPr>
          <a:xfrm>
            <a:off x="1508760" y="1460502"/>
            <a:ext cx="18928080" cy="5302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6305C8-4495-4471-A3EF-D5371D1C47AB}"/>
              </a:ext>
            </a:extLst>
          </p:cNvPr>
          <p:cNvSpPr>
            <a:spLocks noGrp="1"/>
          </p:cNvSpPr>
          <p:nvPr>
            <p:ph type="body" idx="1"/>
          </p:nvPr>
        </p:nvSpPr>
        <p:spPr>
          <a:xfrm>
            <a:off x="1508760" y="7302500"/>
            <a:ext cx="18928080" cy="17405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0F995-7EC3-EAAF-F60A-8C7691FDFD8F}"/>
              </a:ext>
            </a:extLst>
          </p:cNvPr>
          <p:cNvSpPr>
            <a:spLocks noGrp="1"/>
          </p:cNvSpPr>
          <p:nvPr>
            <p:ph type="dt" sz="half" idx="2"/>
          </p:nvPr>
        </p:nvSpPr>
        <p:spPr>
          <a:xfrm>
            <a:off x="1508760" y="25425402"/>
            <a:ext cx="4937760" cy="1460500"/>
          </a:xfrm>
          <a:prstGeom prst="rect">
            <a:avLst/>
          </a:prstGeom>
        </p:spPr>
        <p:txBody>
          <a:bodyPr vert="horz" lIns="91440" tIns="45720" rIns="91440" bIns="45720" rtlCol="0" anchor="ctr"/>
          <a:lstStyle>
            <a:lvl1pPr algn="l">
              <a:defRPr sz="2160">
                <a:solidFill>
                  <a:schemeClr val="tx1">
                    <a:tint val="82000"/>
                  </a:schemeClr>
                </a:solidFill>
              </a:defRPr>
            </a:lvl1pPr>
          </a:lstStyle>
          <a:p>
            <a:fld id="{91A2FC19-BB14-4EE8-8378-977D268FD72B}" type="datetimeFigureOut">
              <a:rPr lang="en-US" smtClean="0"/>
              <a:t>4/1/2026</a:t>
            </a:fld>
            <a:endParaRPr lang="en-US"/>
          </a:p>
        </p:txBody>
      </p:sp>
      <p:sp>
        <p:nvSpPr>
          <p:cNvPr id="5" name="Footer Placeholder 4">
            <a:extLst>
              <a:ext uri="{FF2B5EF4-FFF2-40B4-BE49-F238E27FC236}">
                <a16:creationId xmlns:a16="http://schemas.microsoft.com/office/drawing/2014/main" id="{3216F2EB-FC75-DBCB-B0FA-43B8460E347C}"/>
              </a:ext>
            </a:extLst>
          </p:cNvPr>
          <p:cNvSpPr>
            <a:spLocks noGrp="1"/>
          </p:cNvSpPr>
          <p:nvPr>
            <p:ph type="ftr" sz="quarter" idx="3"/>
          </p:nvPr>
        </p:nvSpPr>
        <p:spPr>
          <a:xfrm>
            <a:off x="7269480" y="25425402"/>
            <a:ext cx="7406640" cy="1460500"/>
          </a:xfrm>
          <a:prstGeom prst="rect">
            <a:avLst/>
          </a:prstGeom>
        </p:spPr>
        <p:txBody>
          <a:bodyPr vert="horz" lIns="91440" tIns="45720" rIns="91440" bIns="45720" rtlCol="0" anchor="ctr"/>
          <a:lstStyle>
            <a:lvl1pPr algn="ctr">
              <a:defRPr sz="216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2587B1-5798-61C6-2F6D-956A997E6B76}"/>
              </a:ext>
            </a:extLst>
          </p:cNvPr>
          <p:cNvSpPr>
            <a:spLocks noGrp="1"/>
          </p:cNvSpPr>
          <p:nvPr>
            <p:ph type="sldNum" sz="quarter" idx="4"/>
          </p:nvPr>
        </p:nvSpPr>
        <p:spPr>
          <a:xfrm>
            <a:off x="15499080" y="25425402"/>
            <a:ext cx="4937760" cy="1460500"/>
          </a:xfrm>
          <a:prstGeom prst="rect">
            <a:avLst/>
          </a:prstGeom>
        </p:spPr>
        <p:txBody>
          <a:bodyPr vert="horz" lIns="91440" tIns="45720" rIns="91440" bIns="45720" rtlCol="0" anchor="ctr"/>
          <a:lstStyle>
            <a:lvl1pPr algn="r">
              <a:defRPr sz="2160">
                <a:solidFill>
                  <a:schemeClr val="tx1">
                    <a:tint val="82000"/>
                  </a:schemeClr>
                </a:solidFill>
              </a:defRPr>
            </a:lvl1pPr>
          </a:lstStyle>
          <a:p>
            <a:fld id="{274C52E2-DEB0-4DB2-867A-FD844E2BA264}" type="slidenum">
              <a:rPr lang="en-US" smtClean="0"/>
              <a:t>‹#›</a:t>
            </a:fld>
            <a:endParaRPr lang="en-US"/>
          </a:p>
        </p:txBody>
      </p:sp>
    </p:spTree>
    <p:extLst>
      <p:ext uri="{BB962C8B-B14F-4D97-AF65-F5344CB8AC3E}">
        <p14:creationId xmlns:p14="http://schemas.microsoft.com/office/powerpoint/2010/main" val="1691150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1645920" rtl="0" eaLnBrk="1" latinLnBrk="0" hangingPunct="1">
        <a:lnSpc>
          <a:spcPct val="90000"/>
        </a:lnSpc>
        <a:spcBef>
          <a:spcPct val="0"/>
        </a:spcBef>
        <a:buNone/>
        <a:defRPr sz="7920" kern="1200">
          <a:solidFill>
            <a:schemeClr val="tx1"/>
          </a:solidFill>
          <a:latin typeface="+mj-lt"/>
          <a:ea typeface="+mj-ea"/>
          <a:cs typeface="+mj-cs"/>
        </a:defRPr>
      </a:lvl1pPr>
    </p:titleStyle>
    <p:bodyStyle>
      <a:lvl1pPr marL="411480" indent="-411480" algn="l" defTabSz="1645920" rtl="0" eaLnBrk="1" latinLnBrk="0" hangingPunct="1">
        <a:lnSpc>
          <a:spcPct val="90000"/>
        </a:lnSpc>
        <a:spcBef>
          <a:spcPts val="1800"/>
        </a:spcBef>
        <a:buFont typeface="Arial" panose="020B0604020202020204" pitchFamily="34" charset="0"/>
        <a:buChar char="•"/>
        <a:defRPr sz="5040" kern="1200">
          <a:solidFill>
            <a:schemeClr val="tx1"/>
          </a:solidFill>
          <a:latin typeface="+mn-lt"/>
          <a:ea typeface="+mn-ea"/>
          <a:cs typeface="+mn-cs"/>
        </a:defRPr>
      </a:lvl1pPr>
      <a:lvl2pPr marL="1234440" indent="-411480" algn="l" defTabSz="1645920" rtl="0" eaLnBrk="1" latinLnBrk="0" hangingPunct="1">
        <a:lnSpc>
          <a:spcPct val="90000"/>
        </a:lnSpc>
        <a:spcBef>
          <a:spcPts val="900"/>
        </a:spcBef>
        <a:buFont typeface="Arial" panose="020B0604020202020204" pitchFamily="34" charset="0"/>
        <a:buChar char="•"/>
        <a:defRPr sz="4320" kern="1200">
          <a:solidFill>
            <a:schemeClr val="tx1"/>
          </a:solidFill>
          <a:latin typeface="+mn-lt"/>
          <a:ea typeface="+mn-ea"/>
          <a:cs typeface="+mn-cs"/>
        </a:defRPr>
      </a:lvl2pPr>
      <a:lvl3pPr marL="2057400" indent="-411480" algn="l" defTabSz="1645920" rtl="0" eaLnBrk="1" latinLnBrk="0" hangingPunct="1">
        <a:lnSpc>
          <a:spcPct val="90000"/>
        </a:lnSpc>
        <a:spcBef>
          <a:spcPts val="900"/>
        </a:spcBef>
        <a:buFont typeface="Arial" panose="020B0604020202020204" pitchFamily="34" charset="0"/>
        <a:buChar char="•"/>
        <a:defRPr sz="3600" kern="1200">
          <a:solidFill>
            <a:schemeClr val="tx1"/>
          </a:solidFill>
          <a:latin typeface="+mn-lt"/>
          <a:ea typeface="+mn-ea"/>
          <a:cs typeface="+mn-cs"/>
        </a:defRPr>
      </a:lvl3pPr>
      <a:lvl4pPr marL="288036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4pPr>
      <a:lvl5pPr marL="370332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5pPr>
      <a:lvl6pPr marL="452628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6pPr>
      <a:lvl7pPr marL="534924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7pPr>
      <a:lvl8pPr marL="617220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8pPr>
      <a:lvl9pPr marL="6995160" indent="-411480" algn="l" defTabSz="1645920" rtl="0" eaLnBrk="1" latinLnBrk="0" hangingPunct="1">
        <a:lnSpc>
          <a:spcPct val="90000"/>
        </a:lnSpc>
        <a:spcBef>
          <a:spcPts val="900"/>
        </a:spcBef>
        <a:buFont typeface="Arial" panose="020B0604020202020204" pitchFamily="34" charset="0"/>
        <a:buChar char="•"/>
        <a:defRPr sz="3240" kern="1200">
          <a:solidFill>
            <a:schemeClr val="tx1"/>
          </a:solidFill>
          <a:latin typeface="+mn-lt"/>
          <a:ea typeface="+mn-ea"/>
          <a:cs typeface="+mn-cs"/>
        </a:defRPr>
      </a:lvl9pPr>
    </p:bodyStyle>
    <p:otherStyle>
      <a:defPPr>
        <a:defRPr lang="en-US"/>
      </a:defPPr>
      <a:lvl1pPr marL="0" algn="l" defTabSz="1645920" rtl="0" eaLnBrk="1" latinLnBrk="0" hangingPunct="1">
        <a:defRPr sz="3240" kern="1200">
          <a:solidFill>
            <a:schemeClr val="tx1"/>
          </a:solidFill>
          <a:latin typeface="+mn-lt"/>
          <a:ea typeface="+mn-ea"/>
          <a:cs typeface="+mn-cs"/>
        </a:defRPr>
      </a:lvl1pPr>
      <a:lvl2pPr marL="822960" algn="l" defTabSz="1645920" rtl="0" eaLnBrk="1" latinLnBrk="0" hangingPunct="1">
        <a:defRPr sz="3240" kern="1200">
          <a:solidFill>
            <a:schemeClr val="tx1"/>
          </a:solidFill>
          <a:latin typeface="+mn-lt"/>
          <a:ea typeface="+mn-ea"/>
          <a:cs typeface="+mn-cs"/>
        </a:defRPr>
      </a:lvl2pPr>
      <a:lvl3pPr marL="1645920" algn="l" defTabSz="1645920" rtl="0" eaLnBrk="1" latinLnBrk="0" hangingPunct="1">
        <a:defRPr sz="3240" kern="1200">
          <a:solidFill>
            <a:schemeClr val="tx1"/>
          </a:solidFill>
          <a:latin typeface="+mn-lt"/>
          <a:ea typeface="+mn-ea"/>
          <a:cs typeface="+mn-cs"/>
        </a:defRPr>
      </a:lvl3pPr>
      <a:lvl4pPr marL="2468880" algn="l" defTabSz="1645920" rtl="0" eaLnBrk="1" latinLnBrk="0" hangingPunct="1">
        <a:defRPr sz="3240" kern="1200">
          <a:solidFill>
            <a:schemeClr val="tx1"/>
          </a:solidFill>
          <a:latin typeface="+mn-lt"/>
          <a:ea typeface="+mn-ea"/>
          <a:cs typeface="+mn-cs"/>
        </a:defRPr>
      </a:lvl4pPr>
      <a:lvl5pPr marL="3291840" algn="l" defTabSz="1645920" rtl="0" eaLnBrk="1" latinLnBrk="0" hangingPunct="1">
        <a:defRPr sz="3240" kern="1200">
          <a:solidFill>
            <a:schemeClr val="tx1"/>
          </a:solidFill>
          <a:latin typeface="+mn-lt"/>
          <a:ea typeface="+mn-ea"/>
          <a:cs typeface="+mn-cs"/>
        </a:defRPr>
      </a:lvl5pPr>
      <a:lvl6pPr marL="4114800" algn="l" defTabSz="1645920" rtl="0" eaLnBrk="1" latinLnBrk="0" hangingPunct="1">
        <a:defRPr sz="3240" kern="1200">
          <a:solidFill>
            <a:schemeClr val="tx1"/>
          </a:solidFill>
          <a:latin typeface="+mn-lt"/>
          <a:ea typeface="+mn-ea"/>
          <a:cs typeface="+mn-cs"/>
        </a:defRPr>
      </a:lvl6pPr>
      <a:lvl7pPr marL="4937760" algn="l" defTabSz="1645920" rtl="0" eaLnBrk="1" latinLnBrk="0" hangingPunct="1">
        <a:defRPr sz="3240" kern="1200">
          <a:solidFill>
            <a:schemeClr val="tx1"/>
          </a:solidFill>
          <a:latin typeface="+mn-lt"/>
          <a:ea typeface="+mn-ea"/>
          <a:cs typeface="+mn-cs"/>
        </a:defRPr>
      </a:lvl7pPr>
      <a:lvl8pPr marL="5760720" algn="l" defTabSz="1645920" rtl="0" eaLnBrk="1" latinLnBrk="0" hangingPunct="1">
        <a:defRPr sz="3240" kern="1200">
          <a:solidFill>
            <a:schemeClr val="tx1"/>
          </a:solidFill>
          <a:latin typeface="+mn-lt"/>
          <a:ea typeface="+mn-ea"/>
          <a:cs typeface="+mn-cs"/>
        </a:defRPr>
      </a:lvl8pPr>
      <a:lvl9pPr marL="6583680" algn="l" defTabSz="1645920" rtl="0" eaLnBrk="1" latinLnBrk="0" hangingPunct="1">
        <a:defRPr sz="32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7D63F15-5256-52B8-765A-CF63CAEF8DED}"/>
              </a:ext>
            </a:extLst>
          </p:cNvPr>
          <p:cNvPicPr>
            <a:picLocks noChangeAspect="1"/>
          </p:cNvPicPr>
          <p:nvPr/>
        </p:nvPicPr>
        <p:blipFill>
          <a:blip r:embed="rId3"/>
          <a:stretch>
            <a:fillRect/>
          </a:stretch>
        </p:blipFill>
        <p:spPr>
          <a:xfrm>
            <a:off x="11517591" y="7264950"/>
            <a:ext cx="9069066" cy="6535062"/>
          </a:xfrm>
          <a:prstGeom prst="rect">
            <a:avLst/>
          </a:prstGeom>
        </p:spPr>
      </p:pic>
      <p:pic>
        <p:nvPicPr>
          <p:cNvPr id="18" name="Picture 17">
            <a:extLst>
              <a:ext uri="{FF2B5EF4-FFF2-40B4-BE49-F238E27FC236}">
                <a16:creationId xmlns:a16="http://schemas.microsoft.com/office/drawing/2014/main" id="{BA2DEA0B-30B1-DDC9-46F8-668AC6D68611}"/>
              </a:ext>
            </a:extLst>
          </p:cNvPr>
          <p:cNvPicPr>
            <a:picLocks noChangeAspect="1"/>
          </p:cNvPicPr>
          <p:nvPr/>
        </p:nvPicPr>
        <p:blipFill>
          <a:blip r:embed="rId4"/>
          <a:stretch>
            <a:fillRect/>
          </a:stretch>
        </p:blipFill>
        <p:spPr>
          <a:xfrm>
            <a:off x="11517591" y="14626714"/>
            <a:ext cx="9078592" cy="6554115"/>
          </a:xfrm>
          <a:prstGeom prst="rect">
            <a:avLst/>
          </a:prstGeom>
        </p:spPr>
      </p:pic>
      <p:sp>
        <p:nvSpPr>
          <p:cNvPr id="2098" name="AutoShape 50"/>
          <p:cNvSpPr>
            <a:spLocks noChangeArrowheads="1"/>
          </p:cNvSpPr>
          <p:nvPr/>
        </p:nvSpPr>
        <p:spPr bwMode="auto">
          <a:xfrm>
            <a:off x="11152716" y="4968072"/>
            <a:ext cx="10373784" cy="22137357"/>
          </a:xfrm>
          <a:prstGeom prst="roundRect">
            <a:avLst>
              <a:gd name="adj" fmla="val 7000"/>
            </a:avLst>
          </a:prstGeom>
          <a:noFill/>
          <a:ln w="9525">
            <a:solidFill>
              <a:schemeClr val="tx1"/>
            </a:solidFill>
            <a:round/>
            <a:headEnd/>
            <a:tailEnd/>
          </a:ln>
          <a:effectLst/>
        </p:spPr>
        <p:txBody>
          <a:bodyPr wrap="none" anchor="ctr"/>
          <a:lstStyle/>
          <a:p>
            <a:endParaRPr lang="en-US" sz="3412"/>
          </a:p>
        </p:txBody>
      </p:sp>
      <p:sp>
        <p:nvSpPr>
          <p:cNvPr id="2052" name="AutoShape 4"/>
          <p:cNvSpPr>
            <a:spLocks noChangeArrowheads="1"/>
          </p:cNvSpPr>
          <p:nvPr/>
        </p:nvSpPr>
        <p:spPr bwMode="auto">
          <a:xfrm>
            <a:off x="376766" y="4946906"/>
            <a:ext cx="10373784" cy="22137357"/>
          </a:xfrm>
          <a:prstGeom prst="roundRect">
            <a:avLst>
              <a:gd name="adj" fmla="val 7000"/>
            </a:avLst>
          </a:prstGeom>
          <a:noFill/>
          <a:ln w="9525">
            <a:solidFill>
              <a:schemeClr val="tx1"/>
            </a:solidFill>
            <a:round/>
            <a:headEnd/>
            <a:tailEnd/>
          </a:ln>
          <a:effectLst/>
        </p:spPr>
        <p:txBody>
          <a:bodyPr wrap="none" anchor="ctr"/>
          <a:lstStyle/>
          <a:p>
            <a:endParaRPr lang="en-US" sz="3412"/>
          </a:p>
        </p:txBody>
      </p:sp>
      <p:sp>
        <p:nvSpPr>
          <p:cNvPr id="2058" name="Text Box 10"/>
          <p:cNvSpPr txBox="1">
            <a:spLocks noChangeArrowheads="1"/>
          </p:cNvSpPr>
          <p:nvPr/>
        </p:nvSpPr>
        <p:spPr bwMode="auto">
          <a:xfrm>
            <a:off x="594438" y="10719853"/>
            <a:ext cx="9921240" cy="830997"/>
          </a:xfrm>
          <a:prstGeom prst="rect">
            <a:avLst/>
          </a:prstGeom>
          <a:noFill/>
          <a:ln w="9525">
            <a:noFill/>
            <a:miter lim="800000"/>
            <a:headEnd/>
            <a:tailEnd/>
          </a:ln>
          <a:effectLst/>
        </p:spPr>
        <p:txBody>
          <a:bodyPr wrap="square">
            <a:spAutoFit/>
          </a:bodyPr>
          <a:lstStyle/>
          <a:p>
            <a:pPr defTabSz="2438601">
              <a:spcBef>
                <a:spcPct val="50000"/>
              </a:spcBef>
            </a:pPr>
            <a:r>
              <a:rPr lang="en-US" sz="4800" b="1" dirty="0"/>
              <a:t>Objective</a:t>
            </a:r>
          </a:p>
        </p:txBody>
      </p:sp>
      <p:sp>
        <p:nvSpPr>
          <p:cNvPr id="2059" name="Text Box 11"/>
          <p:cNvSpPr txBox="1">
            <a:spLocks noChangeArrowheads="1"/>
          </p:cNvSpPr>
          <p:nvPr/>
        </p:nvSpPr>
        <p:spPr bwMode="auto">
          <a:xfrm>
            <a:off x="11517591" y="21019903"/>
            <a:ext cx="9921240" cy="830997"/>
          </a:xfrm>
          <a:prstGeom prst="rect">
            <a:avLst/>
          </a:prstGeom>
          <a:noFill/>
          <a:ln w="9525">
            <a:noFill/>
            <a:miter lim="800000"/>
            <a:headEnd/>
            <a:tailEnd/>
          </a:ln>
          <a:effectLst/>
        </p:spPr>
        <p:txBody>
          <a:bodyPr wrap="square">
            <a:spAutoFit/>
          </a:bodyPr>
          <a:lstStyle/>
          <a:p>
            <a:pPr defTabSz="2438601">
              <a:spcBef>
                <a:spcPct val="50000"/>
              </a:spcBef>
            </a:pPr>
            <a:r>
              <a:rPr lang="en-US" sz="4800" b="1" dirty="0"/>
              <a:t>Discussion/Conclusions</a:t>
            </a:r>
          </a:p>
        </p:txBody>
      </p:sp>
      <p:sp>
        <p:nvSpPr>
          <p:cNvPr id="2061" name="AutoShape 13"/>
          <p:cNvSpPr>
            <a:spLocks noChangeArrowheads="1"/>
          </p:cNvSpPr>
          <p:nvPr/>
        </p:nvSpPr>
        <p:spPr bwMode="auto">
          <a:xfrm>
            <a:off x="376766" y="347739"/>
            <a:ext cx="21149734" cy="4173183"/>
          </a:xfrm>
          <a:prstGeom prst="roundRect">
            <a:avLst>
              <a:gd name="adj" fmla="val 10870"/>
            </a:avLst>
          </a:prstGeom>
          <a:noFill/>
          <a:ln w="9525">
            <a:solidFill>
              <a:schemeClr val="tx1"/>
            </a:solidFill>
            <a:round/>
            <a:headEnd/>
            <a:tailEnd/>
          </a:ln>
          <a:effectLst/>
        </p:spPr>
        <p:txBody>
          <a:bodyPr wrap="none" anchor="ctr"/>
          <a:lstStyle/>
          <a:p>
            <a:pPr defTabSz="2438601"/>
            <a:endParaRPr lang="en-US" sz="3412">
              <a:solidFill>
                <a:schemeClr val="bg1"/>
              </a:solidFill>
            </a:endParaRPr>
          </a:p>
        </p:txBody>
      </p:sp>
      <p:sp>
        <p:nvSpPr>
          <p:cNvPr id="2062" name="Text Box 14"/>
          <p:cNvSpPr txBox="1">
            <a:spLocks noChangeArrowheads="1"/>
          </p:cNvSpPr>
          <p:nvPr/>
        </p:nvSpPr>
        <p:spPr bwMode="auto">
          <a:xfrm>
            <a:off x="5743744" y="933039"/>
            <a:ext cx="15226986" cy="2952027"/>
          </a:xfrm>
          <a:prstGeom prst="rect">
            <a:avLst/>
          </a:prstGeom>
          <a:noFill/>
          <a:ln w="9525">
            <a:noFill/>
            <a:miter lim="800000"/>
            <a:headEnd/>
            <a:tailEnd/>
          </a:ln>
          <a:effectLst/>
        </p:spPr>
        <p:txBody>
          <a:bodyPr wrap="square">
            <a:spAutoFit/>
          </a:bodyPr>
          <a:lstStyle/>
          <a:p>
            <a:pPr defTabSz="2438601">
              <a:spcBef>
                <a:spcPct val="50000"/>
              </a:spcBef>
            </a:pPr>
            <a:r>
              <a:rPr lang="en-US" sz="6250" b="1" dirty="0">
                <a:latin typeface="Times New Roman" panose="02020603050405020304" pitchFamily="18" charset="0"/>
                <a:cs typeface="Times New Roman" panose="02020603050405020304" pitchFamily="18" charset="0"/>
              </a:rPr>
              <a:t>Fluid Mechanics: Smooth Hydrodynamics</a:t>
            </a:r>
          </a:p>
          <a:p>
            <a:pPr defTabSz="2438601">
              <a:spcBef>
                <a:spcPct val="50000"/>
              </a:spcBef>
            </a:pPr>
            <a:r>
              <a:rPr lang="en-US" sz="6000" dirty="0">
                <a:highlight>
                  <a:srgbClr val="FFFFFF"/>
                </a:highlight>
                <a:latin typeface="Times New Roman" panose="02020603050405020304" pitchFamily="18" charset="0"/>
                <a:cs typeface="Times New Roman" panose="02020603050405020304" pitchFamily="18" charset="0"/>
              </a:rPr>
              <a:t>PH 385 – Numerical Modeling Physics</a:t>
            </a:r>
            <a:endParaRPr lang="en-US" sz="6000" b="1" dirty="0">
              <a:latin typeface="Times New Roman" panose="02020603050405020304" pitchFamily="18" charset="0"/>
              <a:cs typeface="Times New Roman" panose="02020603050405020304" pitchFamily="18" charset="0"/>
            </a:endParaRPr>
          </a:p>
          <a:p>
            <a:pPr defTabSz="2438601"/>
            <a:r>
              <a:rPr lang="en-US" sz="3333" b="1" dirty="0">
                <a:latin typeface="Times New Roman" panose="02020603050405020304" pitchFamily="18" charset="0"/>
                <a:cs typeface="Times New Roman" panose="02020603050405020304" pitchFamily="18" charset="0"/>
              </a:rPr>
              <a:t>Mark Smith</a:t>
            </a:r>
          </a:p>
        </p:txBody>
      </p:sp>
      <p:sp>
        <p:nvSpPr>
          <p:cNvPr id="2090" name="Text Box 42"/>
          <p:cNvSpPr txBox="1">
            <a:spLocks noChangeArrowheads="1"/>
          </p:cNvSpPr>
          <p:nvPr/>
        </p:nvSpPr>
        <p:spPr bwMode="auto">
          <a:xfrm>
            <a:off x="594438" y="5654008"/>
            <a:ext cx="9921240" cy="830997"/>
          </a:xfrm>
          <a:prstGeom prst="rect">
            <a:avLst/>
          </a:prstGeom>
          <a:noFill/>
          <a:ln w="9525">
            <a:noFill/>
            <a:miter lim="800000"/>
            <a:headEnd/>
            <a:tailEnd/>
          </a:ln>
          <a:effectLst/>
        </p:spPr>
        <p:txBody>
          <a:bodyPr wrap="square">
            <a:spAutoFit/>
          </a:bodyPr>
          <a:lstStyle/>
          <a:p>
            <a:pPr defTabSz="2438601">
              <a:spcBef>
                <a:spcPct val="50000"/>
              </a:spcBef>
            </a:pPr>
            <a:r>
              <a:rPr lang="en-US" sz="4800" b="1" dirty="0"/>
              <a:t>Background</a:t>
            </a:r>
          </a:p>
        </p:txBody>
      </p:sp>
      <p:sp>
        <p:nvSpPr>
          <p:cNvPr id="2091" name="Text Box 43"/>
          <p:cNvSpPr txBox="1">
            <a:spLocks noChangeArrowheads="1"/>
          </p:cNvSpPr>
          <p:nvPr/>
        </p:nvSpPr>
        <p:spPr bwMode="auto">
          <a:xfrm>
            <a:off x="11429922" y="5654008"/>
            <a:ext cx="9921240" cy="830997"/>
          </a:xfrm>
          <a:prstGeom prst="rect">
            <a:avLst/>
          </a:prstGeom>
          <a:noFill/>
          <a:ln w="9525">
            <a:noFill/>
            <a:miter lim="800000"/>
            <a:headEnd/>
            <a:tailEnd/>
          </a:ln>
          <a:effectLst/>
        </p:spPr>
        <p:txBody>
          <a:bodyPr>
            <a:spAutoFit/>
          </a:bodyPr>
          <a:lstStyle/>
          <a:p>
            <a:pPr defTabSz="2438601">
              <a:spcBef>
                <a:spcPct val="50000"/>
              </a:spcBef>
            </a:pPr>
            <a:r>
              <a:rPr lang="en-US" sz="4800" b="1" dirty="0"/>
              <a:t>Results</a:t>
            </a:r>
          </a:p>
        </p:txBody>
      </p:sp>
      <p:sp>
        <p:nvSpPr>
          <p:cNvPr id="23" name="Text Box 19"/>
          <p:cNvSpPr txBox="1">
            <a:spLocks noChangeArrowheads="1"/>
          </p:cNvSpPr>
          <p:nvPr/>
        </p:nvSpPr>
        <p:spPr bwMode="auto">
          <a:xfrm>
            <a:off x="11429922" y="6562163"/>
            <a:ext cx="9921240" cy="8279190"/>
          </a:xfrm>
          <a:prstGeom prst="rect">
            <a:avLst/>
          </a:prstGeom>
          <a:noFill/>
          <a:ln w="9525">
            <a:noFill/>
            <a:miter lim="800000"/>
            <a:headEnd/>
            <a:tailEnd/>
          </a:ln>
          <a:effectLst/>
        </p:spPr>
        <p:txBody>
          <a:bodyPr wrap="square">
            <a:spAutoFit/>
          </a:bodyPr>
          <a:lstStyle/>
          <a:p>
            <a:pPr algn="l" defTabSz="2438601">
              <a:spcBef>
                <a:spcPct val="50000"/>
              </a:spcBef>
            </a:pPr>
            <a:r>
              <a:rPr lang="en-US" sz="2800" dirty="0">
                <a:latin typeface="Times New Roman" panose="02020603050405020304" pitchFamily="18" charset="0"/>
                <a:cs typeface="Times New Roman" panose="02020603050405020304" pitchFamily="18" charset="0"/>
              </a:rPr>
              <a:t>Initial impact with walls:</a:t>
            </a: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endParaRPr lang="en-US" sz="2800" dirty="0">
              <a:latin typeface="Times New Roman" panose="02020603050405020304" pitchFamily="18" charset="0"/>
              <a:cs typeface="Times New Roman" panose="02020603050405020304" pitchFamily="18" charset="0"/>
            </a:endParaRPr>
          </a:p>
          <a:p>
            <a:pPr algn="l" defTabSz="2438601">
              <a:spcBef>
                <a:spcPct val="50000"/>
              </a:spcBef>
            </a:pPr>
            <a:r>
              <a:rPr lang="en-US" sz="2800" dirty="0">
                <a:latin typeface="Times New Roman" panose="02020603050405020304" pitchFamily="18" charset="0"/>
                <a:cs typeface="Times New Roman" panose="02020603050405020304" pitchFamily="18" charset="0"/>
              </a:rPr>
              <a:t>After all particles have fallen:</a:t>
            </a:r>
          </a:p>
        </p:txBody>
      </p:sp>
      <p:sp>
        <p:nvSpPr>
          <p:cNvPr id="2" name="Text Box 10">
            <a:extLst>
              <a:ext uri="{FF2B5EF4-FFF2-40B4-BE49-F238E27FC236}">
                <a16:creationId xmlns:a16="http://schemas.microsoft.com/office/drawing/2014/main" id="{660DB2BA-0825-538A-6863-9E6EE3CAC8FC}"/>
              </a:ext>
            </a:extLst>
          </p:cNvPr>
          <p:cNvSpPr txBox="1">
            <a:spLocks noChangeArrowheads="1"/>
          </p:cNvSpPr>
          <p:nvPr/>
        </p:nvSpPr>
        <p:spPr bwMode="auto">
          <a:xfrm>
            <a:off x="594438" y="13855982"/>
            <a:ext cx="9921240" cy="830997"/>
          </a:xfrm>
          <a:prstGeom prst="rect">
            <a:avLst/>
          </a:prstGeom>
          <a:noFill/>
          <a:ln w="9525">
            <a:noFill/>
            <a:miter lim="800000"/>
            <a:headEnd/>
            <a:tailEnd/>
          </a:ln>
          <a:effectLst/>
        </p:spPr>
        <p:txBody>
          <a:bodyPr wrap="square">
            <a:spAutoFit/>
          </a:bodyPr>
          <a:lstStyle/>
          <a:p>
            <a:pPr defTabSz="2438601">
              <a:spcBef>
                <a:spcPct val="50000"/>
              </a:spcBef>
            </a:pPr>
            <a:r>
              <a:rPr lang="en-US" sz="4800" b="1" dirty="0"/>
              <a:t>Experimental Design &amp; Methods</a:t>
            </a:r>
            <a:endParaRPr lang="en-US" sz="4500" b="1" dirty="0"/>
          </a:p>
        </p:txBody>
      </p:sp>
      <p:sp>
        <p:nvSpPr>
          <p:cNvPr id="3" name="Text Box 38">
            <a:extLst>
              <a:ext uri="{FF2B5EF4-FFF2-40B4-BE49-F238E27FC236}">
                <a16:creationId xmlns:a16="http://schemas.microsoft.com/office/drawing/2014/main" id="{1499B155-7F54-7EEB-B915-68C76E5C145B}"/>
              </a:ext>
            </a:extLst>
          </p:cNvPr>
          <p:cNvSpPr txBox="1">
            <a:spLocks noChangeArrowheads="1"/>
          </p:cNvSpPr>
          <p:nvPr/>
        </p:nvSpPr>
        <p:spPr bwMode="auto">
          <a:xfrm>
            <a:off x="11517591" y="22159375"/>
            <a:ext cx="9921240" cy="2619637"/>
          </a:xfrm>
          <a:prstGeom prst="rect">
            <a:avLst/>
          </a:prstGeom>
          <a:noFill/>
          <a:ln w="57150" cmpd="thinThick">
            <a:noFill/>
            <a:miter lim="800000"/>
            <a:headEnd/>
            <a:tailEnd/>
          </a:ln>
          <a:effectLst/>
        </p:spPr>
        <p:txBody>
          <a:bodyPr wrap="square" lIns="33983" tIns="16991" rIns="33983" bIns="16991">
            <a:spAutoFit/>
          </a:bodyPr>
          <a:lstStyle/>
          <a:p>
            <a:pPr algn="just"/>
            <a:r>
              <a:rPr lang="en-US" sz="2800" dirty="0">
                <a:solidFill>
                  <a:srgbClr val="000000"/>
                </a:solidFill>
                <a:highlight>
                  <a:srgbClr val="FFFFFF"/>
                </a:highlight>
                <a:latin typeface="Times New Roman" panose="02020603050405020304" pitchFamily="18" charset="0"/>
                <a:cs typeface="Times New Roman" panose="02020603050405020304" pitchFamily="18" charset="0"/>
              </a:rPr>
              <a:t>The frames from the gif produce show that the fluid is behaving as one would expect. There are preferred directions the particles want to flow to, but that is an artifact of the initial rectangular geometry. Different viscosities were also simulated, and those had appropriate buckling as the particles fell faster than they could spread.</a:t>
            </a:r>
          </a:p>
          <a:p>
            <a:pPr algn="just"/>
            <a:endParaRPr lang="en-US" sz="2800" dirty="0">
              <a:solidFill>
                <a:srgbClr val="000000"/>
              </a:solidFill>
              <a:highlight>
                <a:srgbClr val="FFFFFF"/>
              </a:highlight>
              <a:latin typeface="Times New Roman" panose="02020603050405020304" pitchFamily="18" charset="0"/>
              <a:cs typeface="Times New Roman" panose="02020603050405020304" pitchFamily="18" charset="0"/>
            </a:endParaRPr>
          </a:p>
        </p:txBody>
      </p:sp>
      <p:sp>
        <p:nvSpPr>
          <p:cNvPr id="4" name="Text Box 10">
            <a:extLst>
              <a:ext uri="{FF2B5EF4-FFF2-40B4-BE49-F238E27FC236}">
                <a16:creationId xmlns:a16="http://schemas.microsoft.com/office/drawing/2014/main" id="{3995D32D-8AD6-F343-AEFE-39F4E16F077B}"/>
              </a:ext>
            </a:extLst>
          </p:cNvPr>
          <p:cNvSpPr txBox="1">
            <a:spLocks noChangeArrowheads="1"/>
          </p:cNvSpPr>
          <p:nvPr/>
        </p:nvSpPr>
        <p:spPr bwMode="auto">
          <a:xfrm>
            <a:off x="594438" y="22458115"/>
            <a:ext cx="9921240" cy="830997"/>
          </a:xfrm>
          <a:prstGeom prst="rect">
            <a:avLst/>
          </a:prstGeom>
          <a:noFill/>
          <a:ln w="9525">
            <a:noFill/>
            <a:miter lim="800000"/>
            <a:headEnd/>
            <a:tailEnd/>
          </a:ln>
          <a:effectLst/>
        </p:spPr>
        <p:txBody>
          <a:bodyPr wrap="square">
            <a:spAutoFit/>
          </a:bodyPr>
          <a:lstStyle/>
          <a:p>
            <a:pPr defTabSz="2438601">
              <a:spcBef>
                <a:spcPct val="50000"/>
              </a:spcBef>
            </a:pPr>
            <a:r>
              <a:rPr lang="en-US" sz="4800" b="1" dirty="0"/>
              <a:t>Authors</a:t>
            </a:r>
          </a:p>
        </p:txBody>
      </p:sp>
      <p:sp>
        <p:nvSpPr>
          <p:cNvPr id="5" name="Text Box 11">
            <a:extLst>
              <a:ext uri="{FF2B5EF4-FFF2-40B4-BE49-F238E27FC236}">
                <a16:creationId xmlns:a16="http://schemas.microsoft.com/office/drawing/2014/main" id="{E12C8687-D648-9632-4ABD-A0C2C42E305B}"/>
              </a:ext>
            </a:extLst>
          </p:cNvPr>
          <p:cNvSpPr txBox="1">
            <a:spLocks noChangeArrowheads="1"/>
          </p:cNvSpPr>
          <p:nvPr/>
        </p:nvSpPr>
        <p:spPr bwMode="auto">
          <a:xfrm>
            <a:off x="11429922" y="24348125"/>
            <a:ext cx="9921240" cy="830997"/>
          </a:xfrm>
          <a:prstGeom prst="rect">
            <a:avLst/>
          </a:prstGeom>
          <a:noFill/>
          <a:ln w="9525">
            <a:noFill/>
            <a:miter lim="800000"/>
            <a:headEnd/>
            <a:tailEnd/>
          </a:ln>
          <a:effectLst/>
        </p:spPr>
        <p:txBody>
          <a:bodyPr wrap="square">
            <a:spAutoFit/>
          </a:bodyPr>
          <a:lstStyle/>
          <a:p>
            <a:pPr defTabSz="2438601">
              <a:spcBef>
                <a:spcPct val="50000"/>
              </a:spcBef>
            </a:pPr>
            <a:r>
              <a:rPr lang="en-US" sz="4800" b="1" dirty="0"/>
              <a:t>References</a:t>
            </a:r>
          </a:p>
        </p:txBody>
      </p:sp>
      <p:sp>
        <p:nvSpPr>
          <p:cNvPr id="6" name="Text Box 38">
            <a:extLst>
              <a:ext uri="{FF2B5EF4-FFF2-40B4-BE49-F238E27FC236}">
                <a16:creationId xmlns:a16="http://schemas.microsoft.com/office/drawing/2014/main" id="{1EF732DF-778A-9D2E-FA60-14E01E7B49B2}"/>
              </a:ext>
            </a:extLst>
          </p:cNvPr>
          <p:cNvSpPr txBox="1">
            <a:spLocks noChangeArrowheads="1"/>
          </p:cNvSpPr>
          <p:nvPr/>
        </p:nvSpPr>
        <p:spPr bwMode="auto">
          <a:xfrm>
            <a:off x="11429922" y="25190909"/>
            <a:ext cx="9921240" cy="1757863"/>
          </a:xfrm>
          <a:prstGeom prst="rect">
            <a:avLst/>
          </a:prstGeom>
          <a:noFill/>
          <a:ln w="57150" cmpd="thinThick">
            <a:noFill/>
            <a:miter lim="800000"/>
            <a:headEnd/>
            <a:tailEnd/>
          </a:ln>
          <a:effectLst/>
        </p:spPr>
        <p:txBody>
          <a:bodyPr wrap="square" lIns="33983" tIns="16991" rIns="33983" bIns="16991">
            <a:spAutoFit/>
          </a:bodyPr>
          <a:lstStyle/>
          <a:p>
            <a:pPr marL="285739" indent="-285739" algn="just">
              <a:buAutoNum type="arabicPeriod"/>
            </a:pPr>
            <a:r>
              <a:rPr lang="en-US" sz="2800" dirty="0">
                <a:solidFill>
                  <a:srgbClr val="000000"/>
                </a:solidFill>
                <a:highlight>
                  <a:srgbClr val="FFFFFF"/>
                </a:highlight>
                <a:latin typeface="Times New Roman" panose="02020603050405020304" pitchFamily="18" charset="0"/>
                <a:cs typeface="Times New Roman" panose="02020603050405020304" pitchFamily="18" charset="0"/>
              </a:rPr>
              <a:t>M. Müller, D. </a:t>
            </a:r>
            <a:r>
              <a:rPr lang="en-US" sz="2800" dirty="0" err="1">
                <a:solidFill>
                  <a:srgbClr val="000000"/>
                </a:solidFill>
                <a:highlight>
                  <a:srgbClr val="FFFFFF"/>
                </a:highlight>
                <a:latin typeface="Times New Roman" panose="02020603050405020304" pitchFamily="18" charset="0"/>
                <a:cs typeface="Times New Roman" panose="02020603050405020304" pitchFamily="18" charset="0"/>
              </a:rPr>
              <a:t>Charypar</a:t>
            </a:r>
            <a:r>
              <a:rPr lang="en-US" sz="2800" dirty="0">
                <a:solidFill>
                  <a:srgbClr val="000000"/>
                </a:solidFill>
                <a:highlight>
                  <a:srgbClr val="FFFFFF"/>
                </a:highlight>
                <a:latin typeface="Times New Roman" panose="02020603050405020304" pitchFamily="18" charset="0"/>
                <a:cs typeface="Times New Roman" panose="02020603050405020304" pitchFamily="18" charset="0"/>
              </a:rPr>
              <a:t>, and M. Gross, "Particle-based fluid simulation for interactive applications," in Proceedings of the 2003 ACM SIGGRAPH/</a:t>
            </a:r>
            <a:r>
              <a:rPr lang="en-US" sz="2800" dirty="0" err="1">
                <a:solidFill>
                  <a:srgbClr val="000000"/>
                </a:solidFill>
                <a:highlight>
                  <a:srgbClr val="FFFFFF"/>
                </a:highlight>
                <a:latin typeface="Times New Roman" panose="02020603050405020304" pitchFamily="18" charset="0"/>
                <a:cs typeface="Times New Roman" panose="02020603050405020304" pitchFamily="18" charset="0"/>
              </a:rPr>
              <a:t>Eurographics</a:t>
            </a:r>
            <a:r>
              <a:rPr lang="en-US" sz="2800" dirty="0">
                <a:solidFill>
                  <a:srgbClr val="000000"/>
                </a:solidFill>
                <a:highlight>
                  <a:srgbClr val="FFFFFF"/>
                </a:highlight>
                <a:latin typeface="Times New Roman" panose="02020603050405020304" pitchFamily="18" charset="0"/>
                <a:cs typeface="Times New Roman" panose="02020603050405020304" pitchFamily="18" charset="0"/>
              </a:rPr>
              <a:t> Symposium on Computer Animation (</a:t>
            </a:r>
            <a:r>
              <a:rPr lang="en-US" sz="2800" dirty="0" err="1">
                <a:solidFill>
                  <a:srgbClr val="000000"/>
                </a:solidFill>
                <a:highlight>
                  <a:srgbClr val="FFFFFF"/>
                </a:highlight>
                <a:latin typeface="Times New Roman" panose="02020603050405020304" pitchFamily="18" charset="0"/>
                <a:cs typeface="Times New Roman" panose="02020603050405020304" pitchFamily="18" charset="0"/>
              </a:rPr>
              <a:t>Eurographics</a:t>
            </a:r>
            <a:r>
              <a:rPr lang="en-US" sz="2800" dirty="0">
                <a:solidFill>
                  <a:srgbClr val="000000"/>
                </a:solidFill>
                <a:highlight>
                  <a:srgbClr val="FFFFFF"/>
                </a:highlight>
                <a:latin typeface="Times New Roman" panose="02020603050405020304" pitchFamily="18" charset="0"/>
                <a:cs typeface="Times New Roman" panose="02020603050405020304" pitchFamily="18" charset="0"/>
              </a:rPr>
              <a:t> Association, 2003), pp. 154–159.</a:t>
            </a:r>
          </a:p>
        </p:txBody>
      </p:sp>
      <p:sp>
        <p:nvSpPr>
          <p:cNvPr id="9" name="Text Box 19">
            <a:extLst>
              <a:ext uri="{FF2B5EF4-FFF2-40B4-BE49-F238E27FC236}">
                <a16:creationId xmlns:a16="http://schemas.microsoft.com/office/drawing/2014/main" id="{4EAF73B7-AC2B-8269-8BEC-9B164E6A248D}"/>
              </a:ext>
            </a:extLst>
          </p:cNvPr>
          <p:cNvSpPr txBox="1">
            <a:spLocks noChangeArrowheads="1"/>
          </p:cNvSpPr>
          <p:nvPr/>
        </p:nvSpPr>
        <p:spPr bwMode="auto">
          <a:xfrm>
            <a:off x="594438" y="6562163"/>
            <a:ext cx="9921240" cy="3970318"/>
          </a:xfrm>
          <a:prstGeom prst="rect">
            <a:avLst/>
          </a:prstGeom>
          <a:noFill/>
          <a:ln w="9525">
            <a:noFill/>
            <a:miter lim="800000"/>
            <a:headEnd/>
            <a:tailEnd/>
          </a:ln>
          <a:effectLst/>
        </p:spPr>
        <p:txBody>
          <a:bodyPr wrap="square">
            <a:spAutoFit/>
          </a:bodyPr>
          <a:lstStyle/>
          <a:p>
            <a:pPr algn="l" defTabSz="2438601">
              <a:spcBef>
                <a:spcPct val="50000"/>
              </a:spcBef>
            </a:pPr>
            <a:r>
              <a:rPr lang="en-US" sz="2800" dirty="0">
                <a:latin typeface="Times New Roman" panose="02020603050405020304" pitchFamily="18" charset="0"/>
                <a:cs typeface="Times New Roman" panose="02020603050405020304" pitchFamily="18" charset="0"/>
              </a:rPr>
              <a:t>Fluid motion is a complex dynamical system that can be modeled as many particles. There are many approaches to model these particles, but the one that will be employed here is the smoothed particle hydrodynamics (SPH) model. This model uses different functions, called kernels, to discriminate what the different forces are doing to the particles. The forces that can be modeled this way are viscosity, pressure, and surface tension. These all combine to provide attraction and repulsion in an incompressible way to model the fluid of interest.</a:t>
            </a:r>
          </a:p>
        </p:txBody>
      </p:sp>
      <p:sp>
        <p:nvSpPr>
          <p:cNvPr id="10" name="Text Box 19">
            <a:extLst>
              <a:ext uri="{FF2B5EF4-FFF2-40B4-BE49-F238E27FC236}">
                <a16:creationId xmlns:a16="http://schemas.microsoft.com/office/drawing/2014/main" id="{B4194979-D452-7395-62BC-B21251F86EC2}"/>
              </a:ext>
            </a:extLst>
          </p:cNvPr>
          <p:cNvSpPr txBox="1">
            <a:spLocks noChangeArrowheads="1"/>
          </p:cNvSpPr>
          <p:nvPr/>
        </p:nvSpPr>
        <p:spPr bwMode="auto">
          <a:xfrm>
            <a:off x="594438" y="11704871"/>
            <a:ext cx="9921240" cy="1815882"/>
          </a:xfrm>
          <a:prstGeom prst="rect">
            <a:avLst/>
          </a:prstGeom>
          <a:noFill/>
          <a:ln w="9525">
            <a:noFill/>
            <a:miter lim="800000"/>
            <a:headEnd/>
            <a:tailEnd/>
          </a:ln>
          <a:effectLst/>
        </p:spPr>
        <p:txBody>
          <a:bodyPr wrap="square">
            <a:spAutoFit/>
          </a:bodyPr>
          <a:lstStyle/>
          <a:p>
            <a:pPr algn="l" defTabSz="2438601">
              <a:spcBef>
                <a:spcPct val="50000"/>
              </a:spcBef>
            </a:pPr>
            <a:r>
              <a:rPr lang="en-US" sz="2800" dirty="0">
                <a:latin typeface="Times New Roman" panose="02020603050405020304" pitchFamily="18" charset="0"/>
                <a:cs typeface="Times New Roman" panose="02020603050405020304" pitchFamily="18" charset="0"/>
              </a:rPr>
              <a:t>The goal of this project was to create a simulation of pouring water into a glass and then letting the water settle. To validate the simulation, a visual check was used since seeing water settle is a very common occurrence.</a:t>
            </a:r>
            <a:endParaRPr lang="en-US" sz="2800" i="1" dirty="0">
              <a:latin typeface="Times New Roman" panose="02020603050405020304" pitchFamily="18" charset="0"/>
              <a:cs typeface="Times New Roman" panose="02020603050405020304" pitchFamily="18" charset="0"/>
            </a:endParaRPr>
          </a:p>
        </p:txBody>
      </p:sp>
      <p:sp>
        <p:nvSpPr>
          <p:cNvPr id="11" name="Text Box 19">
            <a:extLst>
              <a:ext uri="{FF2B5EF4-FFF2-40B4-BE49-F238E27FC236}">
                <a16:creationId xmlns:a16="http://schemas.microsoft.com/office/drawing/2014/main" id="{9F6993B5-6ED1-E03D-711B-946A2D9EAA41}"/>
              </a:ext>
            </a:extLst>
          </p:cNvPr>
          <p:cNvSpPr txBox="1">
            <a:spLocks noChangeArrowheads="1"/>
          </p:cNvSpPr>
          <p:nvPr/>
        </p:nvSpPr>
        <p:spPr bwMode="auto">
          <a:xfrm>
            <a:off x="594438" y="14714642"/>
            <a:ext cx="9921240" cy="2462213"/>
          </a:xfrm>
          <a:prstGeom prst="rect">
            <a:avLst/>
          </a:prstGeom>
          <a:noFill/>
          <a:ln w="9525">
            <a:noFill/>
            <a:miter lim="800000"/>
            <a:headEnd/>
            <a:tailEnd/>
          </a:ln>
          <a:effectLst/>
        </p:spPr>
        <p:txBody>
          <a:bodyPr wrap="square">
            <a:spAutoFit/>
          </a:bodyPr>
          <a:lstStyle/>
          <a:p>
            <a:pPr algn="l" defTabSz="2438601">
              <a:spcBef>
                <a:spcPct val="50000"/>
              </a:spcBef>
            </a:pPr>
            <a:r>
              <a:rPr lang="en-US" sz="2800" dirty="0">
                <a:latin typeface="Times New Roman" panose="02020603050405020304" pitchFamily="18" charset="0"/>
                <a:cs typeface="Times New Roman" panose="02020603050405020304" pitchFamily="18" charset="0"/>
              </a:rPr>
              <a:t>This simulation was made in C++ utilizing a 1D vector to increase the speed of the simulation. A class structure was made that housed all the methods needs to run the simulation. The below initial setup was used. All inputs are </a:t>
            </a:r>
            <a:r>
              <a:rPr lang="en-US" sz="2800">
                <a:latin typeface="Times New Roman" panose="02020603050405020304" pitchFamily="18" charset="0"/>
                <a:cs typeface="Times New Roman" panose="02020603050405020304" pitchFamily="18" charset="0"/>
              </a:rPr>
              <a:t>in arbitrary units.</a:t>
            </a:r>
            <a:endParaRPr lang="en-US" sz="2800" i="1" dirty="0">
              <a:latin typeface="Times New Roman" panose="02020603050405020304" pitchFamily="18" charset="0"/>
              <a:cs typeface="Times New Roman" panose="02020603050405020304" pitchFamily="18" charset="0"/>
            </a:endParaRPr>
          </a:p>
          <a:p>
            <a:pPr algn="l" defTabSz="2438601">
              <a:spcBef>
                <a:spcPct val="50000"/>
              </a:spcBef>
            </a:pPr>
            <a:endParaRPr lang="en-US" sz="2800" i="1" dirty="0">
              <a:latin typeface="Times New Roman" panose="02020603050405020304" pitchFamily="18" charset="0"/>
              <a:cs typeface="Times New Roman" panose="02020603050405020304" pitchFamily="18" charset="0"/>
            </a:endParaRPr>
          </a:p>
        </p:txBody>
      </p:sp>
      <p:graphicFrame>
        <p:nvGraphicFramePr>
          <p:cNvPr id="57" name="Object 56">
            <a:extLst>
              <a:ext uri="{FF2B5EF4-FFF2-40B4-BE49-F238E27FC236}">
                <a16:creationId xmlns:a16="http://schemas.microsoft.com/office/drawing/2014/main" id="{6BA53EFE-BFC3-3FA5-F3AF-FE2035D438E1}"/>
              </a:ext>
            </a:extLst>
          </p:cNvPr>
          <p:cNvGraphicFramePr>
            <a:graphicFrameLocks noChangeAspect="1"/>
          </p:cNvGraphicFramePr>
          <p:nvPr/>
        </p:nvGraphicFramePr>
        <p:xfrm>
          <a:off x="974870" y="904757"/>
          <a:ext cx="4170770" cy="3059145"/>
        </p:xfrm>
        <a:graphic>
          <a:graphicData uri="http://schemas.openxmlformats.org/presentationml/2006/ole">
            <mc:AlternateContent xmlns:mc="http://schemas.openxmlformats.org/markup-compatibility/2006">
              <mc:Choice xmlns:v="urn:schemas-microsoft-com:vml" Requires="v">
                <p:oleObj r:id="rId5" imgW="4563018" imgH="3346512" progId="">
                  <p:embed/>
                </p:oleObj>
              </mc:Choice>
              <mc:Fallback>
                <p:oleObj r:id="rId5" imgW="4563018" imgH="3346512" progId="">
                  <p:embed/>
                  <p:pic>
                    <p:nvPicPr>
                      <p:cNvPr id="57" name="Object 56">
                        <a:extLst>
                          <a:ext uri="{FF2B5EF4-FFF2-40B4-BE49-F238E27FC236}">
                            <a16:creationId xmlns:a16="http://schemas.microsoft.com/office/drawing/2014/main" id="{6BA53EFE-BFC3-3FA5-F3AF-FE2035D438E1}"/>
                          </a:ext>
                        </a:extLst>
                      </p:cNvPr>
                      <p:cNvPicPr/>
                      <p:nvPr/>
                    </p:nvPicPr>
                    <p:blipFill>
                      <a:blip r:embed="rId6"/>
                      <a:stretch>
                        <a:fillRect/>
                      </a:stretch>
                    </p:blipFill>
                    <p:spPr>
                      <a:xfrm>
                        <a:off x="974870" y="904757"/>
                        <a:ext cx="4170770" cy="3059145"/>
                      </a:xfrm>
                      <a:prstGeom prst="rect">
                        <a:avLst/>
                      </a:prstGeom>
                    </p:spPr>
                  </p:pic>
                </p:oleObj>
              </mc:Fallback>
            </mc:AlternateContent>
          </a:graphicData>
        </a:graphic>
      </p:graphicFrame>
      <p:sp>
        <p:nvSpPr>
          <p:cNvPr id="58" name="Text Box 19">
            <a:extLst>
              <a:ext uri="{FF2B5EF4-FFF2-40B4-BE49-F238E27FC236}">
                <a16:creationId xmlns:a16="http://schemas.microsoft.com/office/drawing/2014/main" id="{C31784C9-9DB5-1D29-8E5A-111E2CAEE98E}"/>
              </a:ext>
            </a:extLst>
          </p:cNvPr>
          <p:cNvSpPr txBox="1">
            <a:spLocks noChangeArrowheads="1"/>
          </p:cNvSpPr>
          <p:nvPr/>
        </p:nvSpPr>
        <p:spPr bwMode="auto">
          <a:xfrm>
            <a:off x="6927135" y="23813247"/>
            <a:ext cx="3958552" cy="2462213"/>
          </a:xfrm>
          <a:prstGeom prst="rect">
            <a:avLst/>
          </a:prstGeom>
          <a:noFill/>
          <a:ln w="9525">
            <a:noFill/>
            <a:miter lim="800000"/>
            <a:headEnd/>
            <a:tailEnd/>
          </a:ln>
          <a:effectLst/>
        </p:spPr>
        <p:txBody>
          <a:bodyPr wrap="square">
            <a:spAutoFit/>
          </a:bodyPr>
          <a:lstStyle/>
          <a:p>
            <a:pPr algn="l" defTabSz="2438601">
              <a:spcBef>
                <a:spcPct val="50000"/>
              </a:spcBef>
            </a:pPr>
            <a:endParaRPr lang="en-US" sz="2800" i="1" dirty="0">
              <a:latin typeface="Times New Roman" panose="02020603050405020304" pitchFamily="18" charset="0"/>
              <a:cs typeface="Times New Roman" panose="02020603050405020304" pitchFamily="18" charset="0"/>
            </a:endParaRPr>
          </a:p>
          <a:p>
            <a:pPr algn="ctr" defTabSz="2438601">
              <a:spcBef>
                <a:spcPct val="50000"/>
              </a:spcBef>
            </a:pPr>
            <a:r>
              <a:rPr lang="en-US" sz="2800" i="1" dirty="0">
                <a:latin typeface="Times New Roman" panose="02020603050405020304" pitchFamily="18" charset="0"/>
                <a:cs typeface="Times New Roman" panose="02020603050405020304" pitchFamily="18" charset="0"/>
              </a:rPr>
              <a:t>Mark Smith</a:t>
            </a:r>
          </a:p>
          <a:p>
            <a:pPr algn="ctr" defTabSz="2438601">
              <a:spcBef>
                <a:spcPct val="50000"/>
              </a:spcBef>
            </a:pPr>
            <a:r>
              <a:rPr lang="en-US" sz="2800" i="1" dirty="0">
                <a:latin typeface="Times New Roman" panose="02020603050405020304" pitchFamily="18" charset="0"/>
                <a:cs typeface="Times New Roman" panose="02020603050405020304" pitchFamily="18" charset="0"/>
              </a:rPr>
              <a:t>(physics)</a:t>
            </a:r>
          </a:p>
          <a:p>
            <a:pPr algn="l" defTabSz="2438601">
              <a:spcBef>
                <a:spcPct val="50000"/>
              </a:spcBef>
            </a:pPr>
            <a:endParaRPr lang="en-US" sz="2800" i="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203F9482-C98E-40A7-0CC0-B5C77B0FC12C}"/>
              </a:ext>
            </a:extLst>
          </p:cNvPr>
          <p:cNvPicPr>
            <a:picLocks noChangeAspect="1"/>
          </p:cNvPicPr>
          <p:nvPr/>
        </p:nvPicPr>
        <p:blipFill>
          <a:blip r:embed="rId7"/>
          <a:srcRect l="3614"/>
          <a:stretch>
            <a:fillRect/>
          </a:stretch>
        </p:blipFill>
        <p:spPr>
          <a:xfrm>
            <a:off x="2209482" y="17180903"/>
            <a:ext cx="7068524" cy="5304191"/>
          </a:xfrm>
          <a:prstGeom prst="rect">
            <a:avLst/>
          </a:prstGeom>
        </p:spPr>
      </p:pic>
      <p:pic>
        <p:nvPicPr>
          <p:cNvPr id="20" name="Picture 19">
            <a:extLst>
              <a:ext uri="{FF2B5EF4-FFF2-40B4-BE49-F238E27FC236}">
                <a16:creationId xmlns:a16="http://schemas.microsoft.com/office/drawing/2014/main" id="{DE92AC50-E53F-84BB-2EEF-68A09B8E4A9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1410" y="23289112"/>
            <a:ext cx="6240861" cy="35104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364</Words>
  <Application>Microsoft Office PowerPoint</Application>
  <PresentationFormat>Custom</PresentationFormat>
  <Paragraphs>34</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Brigham Young University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Hill, Joe</dc:creator>
  <cp:lastModifiedBy>Mark Smith</cp:lastModifiedBy>
  <cp:revision>1</cp:revision>
  <dcterms:created xsi:type="dcterms:W3CDTF">2026-02-04T15:47:29Z</dcterms:created>
  <dcterms:modified xsi:type="dcterms:W3CDTF">2026-04-01T20:28:36Z</dcterms:modified>
</cp:coreProperties>
</file>